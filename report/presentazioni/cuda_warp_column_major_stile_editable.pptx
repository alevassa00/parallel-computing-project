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4aa9f137454f89" /><Relationship Type="http://schemas.openxmlformats.org/officeDocument/2006/relationships/extended-properties" Target="/docProps/app.xml" Id="Rc75ea4f6cbed4bb8" /><Relationship Type="http://schemas.openxmlformats.org/officeDocument/2006/relationships/officeDocument" Target="/ppt/presentation.xml" Id="R9fd1fe65e7ac4a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0a200d83d54a49"/>
  </p:sldMasterIdLst>
  <p:notesMasterIdLst>
    <p:notesMasterId xmlns:r="http://schemas.openxmlformats.org/officeDocument/2006/relationships" r:id="Rb7e076022e484fae"/>
  </p:notesMasterIdLst>
  <p:sldIdLst>
    <p:sldId xmlns:r="http://schemas.openxmlformats.org/officeDocument/2006/relationships" id="256" r:id="R3ddb3d83ed5b402e"/>
    <p:sldId xmlns:r="http://schemas.openxmlformats.org/officeDocument/2006/relationships" id="257" r:id="R21174e0557404631"/>
    <p:sldId xmlns:r="http://schemas.openxmlformats.org/officeDocument/2006/relationships" id="258" r:id="Rf37ca7ad2e2146b5"/>
    <p:sldId xmlns:r="http://schemas.openxmlformats.org/officeDocument/2006/relationships" id="259" r:id="R10f6be5b5509455f"/>
    <p:sldId xmlns:r="http://schemas.openxmlformats.org/officeDocument/2006/relationships" id="260" r:id="R568b449c7b7f41d3"/>
    <p:sldId xmlns:r="http://schemas.openxmlformats.org/officeDocument/2006/relationships" id="261" r:id="R44ae674b34ce4d9b"/>
    <p:sldId xmlns:r="http://schemas.openxmlformats.org/officeDocument/2006/relationships" id="262" r:id="Rbb960d2b81324b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9acba2c1e54748" /><Relationship Type="http://schemas.openxmlformats.org/officeDocument/2006/relationships/slideMaster" Target="/ppt/slideMasters/slideMaster1.xml" Id="Rfd0a200d83d54a49" /><Relationship Type="http://schemas.openxmlformats.org/officeDocument/2006/relationships/notesMaster" Target="/ppt/notesMasters/notesMaster1.xml" Id="Rb7e076022e484fae" /><Relationship Type="http://schemas.openxmlformats.org/officeDocument/2006/relationships/presProps" Target="/ppt/presProps.xml" Id="R5f84cfea88524c05" /><Relationship Type="http://schemas.openxmlformats.org/officeDocument/2006/relationships/tableStyles" Target="/ppt/tableStyles.xml" Id="R35f8d7f19c2e4616" /><Relationship Type="http://schemas.openxmlformats.org/officeDocument/2006/relationships/slide" Target="/ppt/slides/slide1.xml" Id="R3ddb3d83ed5b402e" /><Relationship Type="http://schemas.openxmlformats.org/officeDocument/2006/relationships/slide" Target="/ppt/slides/slide2.xml" Id="R21174e0557404631" /><Relationship Type="http://schemas.openxmlformats.org/officeDocument/2006/relationships/slide" Target="/ppt/slides/slide3.xml" Id="Rf37ca7ad2e2146b5" /><Relationship Type="http://schemas.openxmlformats.org/officeDocument/2006/relationships/slide" Target="/ppt/slides/slide4.xml" Id="R10f6be5b5509455f" /><Relationship Type="http://schemas.openxmlformats.org/officeDocument/2006/relationships/slide" Target="/ppt/slides/slide5.xml" Id="R568b449c7b7f41d3" /><Relationship Type="http://schemas.openxmlformats.org/officeDocument/2006/relationships/slide" Target="/ppt/slides/slide6.xml" Id="R44ae674b34ce4d9b" /><Relationship Type="http://schemas.openxmlformats.org/officeDocument/2006/relationships/slide" Target="/ppt/slides/slide7.xml" Id="Rbb960d2b81324b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8abb0f516e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3914c990cd45dd" /><Relationship Type="http://schemas.openxmlformats.org/officeDocument/2006/relationships/notesMaster" Target="/ppt/notesMasters/notesMaster1.xml" Id="R99f3b17269b74a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85d6179bdd4d23" /><Relationship Type="http://schemas.openxmlformats.org/officeDocument/2006/relationships/notesMaster" Target="/ppt/notesMasters/notesMaster1.xml" Id="R744c5bb995b8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796a45f3804d2a" /><Relationship Type="http://schemas.openxmlformats.org/officeDocument/2006/relationships/notesMaster" Target="/ppt/notesMasters/notesMaster1.xml" Id="R5b86f5d1cae847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9ea54c358f4485" /><Relationship Type="http://schemas.openxmlformats.org/officeDocument/2006/relationships/notesMaster" Target="/ppt/notesMasters/notesMaster1.xml" Id="R710941e551ef4b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79832c8624458b" /><Relationship Type="http://schemas.openxmlformats.org/officeDocument/2006/relationships/notesMaster" Target="/ppt/notesMasters/notesMaster1.xml" Id="Rff569792fcbb43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d9b18717434b3f" /><Relationship Type="http://schemas.openxmlformats.org/officeDocument/2006/relationships/notesMaster" Target="/ppt/notesMasters/notesMaster1.xml" Id="R1c4d1f24b25043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55eae4533041a2" /><Relationship Type="http://schemas.openxmlformats.org/officeDocument/2006/relationships/notesMaster" Target="/ppt/notesMasters/notesMaster1.xml" Id="Ra57ad7e89e6248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Contenuto derivato da src/kernel/cuda_warp.cu. Con BLOCK_THREADS=128, WARPS_PER_BLOCK=4 e ogni warp_id identifica una riga di 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Vista logica di Y=A X. Il warp i calcola una riga di Y distribuendo il ciclo sulla dimensione j fra le 32 lane.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lane l visita j=l,l+32,... e usa A[i,j] insieme alla riga logica X[j,:]. Nel layout column-major X[j,c] si trova all’indirizzo c*n_loc+j.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Ordine del kernel fixed: for j=lane; j&lt;n_loc; j+=32, poi for c=0..K-1. Il valore A[i,j] viene riusato sui k accumulatori.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Nel kernel template ogni lane usa scalar_t acc[K]. I valori restano privati nei registri fino alla riduzione warp-wide.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riduzione usa mask=0xffffffff e offset 16,8,4,2,1. La lane 0 scrive Y[i,c] per tutti i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 X row-major lane consecutive leggono indirizzi distanti ldx scalari. Con X column-major l’indice c*n_loc+j rende contigui gli accessi del warp a c fissato.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5dbc7fda54f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9a04be660a436d" /><Relationship Type="http://schemas.openxmlformats.org/officeDocument/2006/relationships/slideLayout" Target="/ppt/slideLayouts/slideLayout1.xml" Id="R9fdf3ecd13a9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df3ecd13a9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fc5d582b04518" /><Relationship Type="http://schemas.openxmlformats.org/officeDocument/2006/relationships/notesSlide" Target="/ppt/notesSlides/notesSlide1.xml" Id="R32f1d27c5dd940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140ae890418d" /><Relationship Type="http://schemas.openxmlformats.org/officeDocument/2006/relationships/notesSlide" Target="/ppt/notesSlides/notesSlide2.xml" Id="R1eeb7c0786114c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03f2b018754215" /><Relationship Type="http://schemas.openxmlformats.org/officeDocument/2006/relationships/notesSlide" Target="/ppt/notesSlides/notesSlide3.xml" Id="R9dcd8a4f525345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f8c92839e4db6" /><Relationship Type="http://schemas.openxmlformats.org/officeDocument/2006/relationships/notesSlide" Target="/ppt/notesSlides/notesSlide4.xml" Id="R7269fb8cfef348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5fe5204b4abd" /><Relationship Type="http://schemas.openxmlformats.org/officeDocument/2006/relationships/notesSlide" Target="/ppt/notesSlides/notesSlide5.xml" Id="Rb0c0c5b3defa4e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2df6b8495452a" /><Relationship Type="http://schemas.openxmlformats.org/officeDocument/2006/relationships/notesSlide" Target="/ppt/notesSlides/notesSlide6.xml" Id="R10ac8f2ff84b48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c090804474263" /><Relationship Type="http://schemas.openxmlformats.org/officeDocument/2006/relationships/notesSlide" Target="/ppt/notesSlides/notesSlide7.xml" Id="R5705b82799404f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Titolo">
            <a:extLst xmlns:a="http://schemas.openxmlformats.org/drawingml/2006/main">
              <a:ext uri="{FF2B5EF4-FFF2-40B4-BE49-F238E27FC236}">
                <a16:creationId xmlns:a16="http://schemas.microsoft.com/office/drawing/2014/main" id="{B6605274-0831-4218-98DB-1BDFF61D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 (X column-major): assegnazione righe ai warp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E96627E6-F48D-41E1-B185-8A661F53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AB309-CC23-42BE-A59A-7197D745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5C2A5-4BAC-402F-9EDD-26562730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05020-1EF8-438F-A4F9-7C0A897E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7048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Matrice di output Y  (m_loc × k)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9E5718-5208-4036-ADAD-A45E9297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066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row 0</a:t>
            </a:r>
          </a:p>
        </p:txBody>
      </p:sp>
      <p:sp>
        <p:nvSpPr>
          <p:cNvPr id="7" name="Y row 0 col 0">
            <a:extLst xmlns:a="http://schemas.openxmlformats.org/drawingml/2006/main">
              <a:ext uri="{FF2B5EF4-FFF2-40B4-BE49-F238E27FC236}">
                <a16:creationId xmlns:a16="http://schemas.microsoft.com/office/drawing/2014/main" id="{3A97B246-A4C9-432F-8658-B626746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y0,0</a:t>
            </a:r>
          </a:p>
        </p:txBody>
      </p:sp>
      <p:sp>
        <p:nvSpPr>
          <p:cNvPr id="8" name="Y row 0 col 1">
            <a:extLst xmlns:a="http://schemas.openxmlformats.org/drawingml/2006/main">
              <a:ext uri="{FF2B5EF4-FFF2-40B4-BE49-F238E27FC236}">
                <a16:creationId xmlns:a16="http://schemas.microsoft.com/office/drawing/2014/main" id="{D16B4955-3C6B-46A1-9091-874AC882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y0,1</a:t>
            </a:r>
          </a:p>
        </p:txBody>
      </p:sp>
      <p:sp>
        <p:nvSpPr>
          <p:cNvPr id="9" name="Y row 0 col 2">
            <a:extLst xmlns:a="http://schemas.openxmlformats.org/drawingml/2006/main">
              <a:ext uri="{FF2B5EF4-FFF2-40B4-BE49-F238E27FC236}">
                <a16:creationId xmlns:a16="http://schemas.microsoft.com/office/drawing/2014/main" id="{3264B11D-5A49-4DA6-9A22-C6126BAC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0" name="Y row 0 col 3">
            <a:extLst xmlns:a="http://schemas.openxmlformats.org/drawingml/2006/main">
              <a:ext uri="{FF2B5EF4-FFF2-40B4-BE49-F238E27FC236}">
                <a16:creationId xmlns:a16="http://schemas.microsoft.com/office/drawing/2014/main" id="{1300B2E3-AF93-4F8C-915E-BD3FC23A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066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y0,k−1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A82EC-3D82-4782-80F3-1C407FDC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447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row 1</a:t>
            </a:r>
          </a:p>
        </p:txBody>
      </p:sp>
      <p:sp>
        <p:nvSpPr>
          <p:cNvPr id="12" name="Y row 1 col 0">
            <a:extLst xmlns:a="http://schemas.openxmlformats.org/drawingml/2006/main">
              <a:ext uri="{FF2B5EF4-FFF2-40B4-BE49-F238E27FC236}">
                <a16:creationId xmlns:a16="http://schemas.microsoft.com/office/drawing/2014/main" id="{F96D69CD-C87A-40DF-ABB5-F08D6A58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y1,0</a:t>
            </a:r>
          </a:p>
        </p:txBody>
      </p:sp>
      <p:sp>
        <p:nvSpPr>
          <p:cNvPr id="13" name="Y row 1 col 1">
            <a:extLst xmlns:a="http://schemas.openxmlformats.org/drawingml/2006/main">
              <a:ext uri="{FF2B5EF4-FFF2-40B4-BE49-F238E27FC236}">
                <a16:creationId xmlns:a16="http://schemas.microsoft.com/office/drawing/2014/main" id="{F565B5C4-601E-418D-8F5D-0BE68ABF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y1,1</a:t>
            </a:r>
          </a:p>
        </p:txBody>
      </p:sp>
      <p:sp>
        <p:nvSpPr>
          <p:cNvPr id="14" name="Y row 1 col 2">
            <a:extLst xmlns:a="http://schemas.openxmlformats.org/drawingml/2006/main">
              <a:ext uri="{FF2B5EF4-FFF2-40B4-BE49-F238E27FC236}">
                <a16:creationId xmlns:a16="http://schemas.microsoft.com/office/drawing/2014/main" id="{BA15B87F-F63C-48D3-8277-09ABED79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5" name="Y row 1 col 3">
            <a:extLst xmlns:a="http://schemas.openxmlformats.org/drawingml/2006/main">
              <a:ext uri="{FF2B5EF4-FFF2-40B4-BE49-F238E27FC236}">
                <a16:creationId xmlns:a16="http://schemas.microsoft.com/office/drawing/2014/main" id="{188953C5-F413-4CFB-8ADB-0354A6CD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47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y1,k−1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277907-699F-4BAF-BA4C-FC8850E8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828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row 2</a:t>
            </a:r>
          </a:p>
        </p:txBody>
      </p:sp>
      <p:sp>
        <p:nvSpPr>
          <p:cNvPr id="17" name="Y row 2 col 0">
            <a:extLst xmlns:a="http://schemas.openxmlformats.org/drawingml/2006/main">
              <a:ext uri="{FF2B5EF4-FFF2-40B4-BE49-F238E27FC236}">
                <a16:creationId xmlns:a16="http://schemas.microsoft.com/office/drawing/2014/main" id="{6C2EBC54-174D-4C71-9702-3BE668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y2,0</a:t>
            </a:r>
          </a:p>
        </p:txBody>
      </p:sp>
      <p:sp>
        <p:nvSpPr>
          <p:cNvPr id="18" name="Y row 2 col 1">
            <a:extLst xmlns:a="http://schemas.openxmlformats.org/drawingml/2006/main">
              <a:ext uri="{FF2B5EF4-FFF2-40B4-BE49-F238E27FC236}">
                <a16:creationId xmlns:a16="http://schemas.microsoft.com/office/drawing/2014/main" id="{A9ED9A02-FC92-424F-9C3F-9EE452F7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y2,1</a:t>
            </a:r>
          </a:p>
        </p:txBody>
      </p:sp>
      <p:sp>
        <p:nvSpPr>
          <p:cNvPr id="19" name="Y row 2 col 2">
            <a:extLst xmlns:a="http://schemas.openxmlformats.org/drawingml/2006/main">
              <a:ext uri="{FF2B5EF4-FFF2-40B4-BE49-F238E27FC236}">
                <a16:creationId xmlns:a16="http://schemas.microsoft.com/office/drawing/2014/main" id="{AA358F1F-308F-4825-8BFB-47F901A9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0" name="Y row 2 col 3">
            <a:extLst xmlns:a="http://schemas.openxmlformats.org/drawingml/2006/main">
              <a:ext uri="{FF2B5EF4-FFF2-40B4-BE49-F238E27FC236}">
                <a16:creationId xmlns:a16="http://schemas.microsoft.com/office/drawing/2014/main" id="{403E0C3A-5BE8-4B77-AB31-DCA5C9EF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28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y2,k−1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B7AFA-CDEA-4E20-B9E2-4AAD79D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209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EB5757"/>
                </a:solidFill>
                <a:latin typeface="Aptos"/>
                <a:ea typeface="Aptos"/>
                <a:cs typeface="Aptos"/>
              </a:rPr>
              <a:t>row 3</a:t>
            </a:r>
          </a:p>
        </p:txBody>
      </p:sp>
      <p:sp>
        <p:nvSpPr>
          <p:cNvPr id="22" name="Y row 3 col 0">
            <a:extLst xmlns:a="http://schemas.openxmlformats.org/drawingml/2006/main">
              <a:ext uri="{FF2B5EF4-FFF2-40B4-BE49-F238E27FC236}">
                <a16:creationId xmlns:a16="http://schemas.microsoft.com/office/drawing/2014/main" id="{F232B3D6-D950-4CD5-8F69-A4C7233B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y3,0</a:t>
            </a:r>
          </a:p>
        </p:txBody>
      </p:sp>
      <p:sp>
        <p:nvSpPr>
          <p:cNvPr id="23" name="Y row 3 col 1">
            <a:extLst xmlns:a="http://schemas.openxmlformats.org/drawingml/2006/main">
              <a:ext uri="{FF2B5EF4-FFF2-40B4-BE49-F238E27FC236}">
                <a16:creationId xmlns:a16="http://schemas.microsoft.com/office/drawing/2014/main" id="{D4B1F9A7-C49B-4E20-A61A-92CBBEA2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y3,1</a:t>
            </a:r>
          </a:p>
        </p:txBody>
      </p:sp>
      <p:sp>
        <p:nvSpPr>
          <p:cNvPr id="24" name="Y row 3 col 2">
            <a:extLst xmlns:a="http://schemas.openxmlformats.org/drawingml/2006/main">
              <a:ext uri="{FF2B5EF4-FFF2-40B4-BE49-F238E27FC236}">
                <a16:creationId xmlns:a16="http://schemas.microsoft.com/office/drawing/2014/main" id="{EB1455C6-1307-42B0-AC2F-7BE99B19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5" name="Y row 3 col 3">
            <a:extLst xmlns:a="http://schemas.openxmlformats.org/drawingml/2006/main">
              <a:ext uri="{FF2B5EF4-FFF2-40B4-BE49-F238E27FC236}">
                <a16:creationId xmlns:a16="http://schemas.microsoft.com/office/drawing/2014/main" id="{FB0834A2-A1E6-4061-AADB-FBC6907A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09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y3,k−1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8DB5E-DB43-484D-8C18-683DF9D8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590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27" name="Y row 4 col 0">
            <a:extLst xmlns:a="http://schemas.openxmlformats.org/drawingml/2006/main">
              <a:ext uri="{FF2B5EF4-FFF2-40B4-BE49-F238E27FC236}">
                <a16:creationId xmlns:a16="http://schemas.microsoft.com/office/drawing/2014/main" id="{3D6FBE7D-189C-49D1-8F93-E0911317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28" name="Y row 4 col 1">
            <a:extLst xmlns:a="http://schemas.openxmlformats.org/drawingml/2006/main">
              <a:ext uri="{FF2B5EF4-FFF2-40B4-BE49-F238E27FC236}">
                <a16:creationId xmlns:a16="http://schemas.microsoft.com/office/drawing/2014/main" id="{7EE603C1-1667-4709-8675-04D9F4D0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29" name="Y row 4 col 2">
            <a:extLst xmlns:a="http://schemas.openxmlformats.org/drawingml/2006/main">
              <a:ext uri="{FF2B5EF4-FFF2-40B4-BE49-F238E27FC236}">
                <a16:creationId xmlns:a16="http://schemas.microsoft.com/office/drawing/2014/main" id="{1FAFFACF-CF7C-444A-902D-54896262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0" name="Y row 4 col 3">
            <a:extLst xmlns:a="http://schemas.openxmlformats.org/drawingml/2006/main">
              <a:ext uri="{FF2B5EF4-FFF2-40B4-BE49-F238E27FC236}">
                <a16:creationId xmlns:a16="http://schemas.microsoft.com/office/drawing/2014/main" id="{0C2614BB-EFFD-4500-A9E7-72FC7F35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90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32E2B-2121-4A08-BB22-4DDFBF4F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2971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row i</a:t>
            </a:r>
          </a:p>
        </p:txBody>
      </p:sp>
      <p:sp>
        <p:nvSpPr>
          <p:cNvPr id="32" name="Y row 5 col 0">
            <a:extLst xmlns:a="http://schemas.openxmlformats.org/drawingml/2006/main">
              <a:ext uri="{FF2B5EF4-FFF2-40B4-BE49-F238E27FC236}">
                <a16:creationId xmlns:a16="http://schemas.microsoft.com/office/drawing/2014/main" id="{6CF62CC9-B093-4E3E-9968-B7766CFC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yi,0</a:t>
            </a:r>
          </a:p>
        </p:txBody>
      </p:sp>
      <p:sp>
        <p:nvSpPr>
          <p:cNvPr id="33" name="Y row 5 col 1">
            <a:extLst xmlns:a="http://schemas.openxmlformats.org/drawingml/2006/main">
              <a:ext uri="{FF2B5EF4-FFF2-40B4-BE49-F238E27FC236}">
                <a16:creationId xmlns:a16="http://schemas.microsoft.com/office/drawing/2014/main" id="{E588A0D6-EDC6-450F-A1DE-0EBF42D3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yi,1</a:t>
            </a:r>
          </a:p>
        </p:txBody>
      </p:sp>
      <p:sp>
        <p:nvSpPr>
          <p:cNvPr id="34" name="Y row 5 col 2">
            <a:extLst xmlns:a="http://schemas.openxmlformats.org/drawingml/2006/main">
              <a:ext uri="{FF2B5EF4-FFF2-40B4-BE49-F238E27FC236}">
                <a16:creationId xmlns:a16="http://schemas.microsoft.com/office/drawing/2014/main" id="{EF21230A-B275-489A-A0EA-E85155CE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5" name="Y row 5 col 3">
            <a:extLst xmlns:a="http://schemas.openxmlformats.org/drawingml/2006/main">
              <a:ext uri="{FF2B5EF4-FFF2-40B4-BE49-F238E27FC236}">
                <a16:creationId xmlns:a16="http://schemas.microsoft.com/office/drawing/2014/main" id="{C123B9F7-3952-4D21-8368-297AECB9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71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yi,k−1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D136FE-F81B-4361-82A2-607EBC7D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3352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row i+1</a:t>
            </a:r>
          </a:p>
        </p:txBody>
      </p:sp>
      <p:sp>
        <p:nvSpPr>
          <p:cNvPr id="37" name="Y row 6 col 0">
            <a:extLst xmlns:a="http://schemas.openxmlformats.org/drawingml/2006/main">
              <a:ext uri="{FF2B5EF4-FFF2-40B4-BE49-F238E27FC236}">
                <a16:creationId xmlns:a16="http://schemas.microsoft.com/office/drawing/2014/main" id="{054AE34D-0998-42AA-B172-077E5EA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yi+1,0</a:t>
            </a:r>
          </a:p>
        </p:txBody>
      </p:sp>
      <p:sp>
        <p:nvSpPr>
          <p:cNvPr id="38" name="Y row 6 col 1">
            <a:extLst xmlns:a="http://schemas.openxmlformats.org/drawingml/2006/main">
              <a:ext uri="{FF2B5EF4-FFF2-40B4-BE49-F238E27FC236}">
                <a16:creationId xmlns:a16="http://schemas.microsoft.com/office/drawing/2014/main" id="{D731758B-3B27-40BE-A90E-6F71B668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yi+1,1</a:t>
            </a:r>
          </a:p>
        </p:txBody>
      </p:sp>
      <p:sp>
        <p:nvSpPr>
          <p:cNvPr id="39" name="Y row 6 col 2">
            <a:extLst xmlns:a="http://schemas.openxmlformats.org/drawingml/2006/main">
              <a:ext uri="{FF2B5EF4-FFF2-40B4-BE49-F238E27FC236}">
                <a16:creationId xmlns:a16="http://schemas.microsoft.com/office/drawing/2014/main" id="{8E6D6FF3-8291-478F-A3EF-EBEA53BA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0" name="Y row 6 col 3">
            <a:extLst xmlns:a="http://schemas.openxmlformats.org/drawingml/2006/main">
              <a:ext uri="{FF2B5EF4-FFF2-40B4-BE49-F238E27FC236}">
                <a16:creationId xmlns:a16="http://schemas.microsoft.com/office/drawing/2014/main" id="{9D31E2CD-4B56-41BB-9DAD-FF25807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yi+1,k−1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A2BAEC-8DCB-4C24-A0F2-BC9B6C1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3733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42" name="Y row 7 col 0">
            <a:extLst xmlns:a="http://schemas.openxmlformats.org/drawingml/2006/main">
              <a:ext uri="{FF2B5EF4-FFF2-40B4-BE49-F238E27FC236}">
                <a16:creationId xmlns:a16="http://schemas.microsoft.com/office/drawing/2014/main" id="{C7FE65DC-5360-48A4-9B9C-EF5EED49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3" name="Y row 7 col 1">
            <a:extLst xmlns:a="http://schemas.openxmlformats.org/drawingml/2006/main">
              <a:ext uri="{FF2B5EF4-FFF2-40B4-BE49-F238E27FC236}">
                <a16:creationId xmlns:a16="http://schemas.microsoft.com/office/drawing/2014/main" id="{AE61224B-7C7C-4EA7-800C-477480E7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4" name="Y row 7 col 2">
            <a:extLst xmlns:a="http://schemas.openxmlformats.org/drawingml/2006/main">
              <a:ext uri="{FF2B5EF4-FFF2-40B4-BE49-F238E27FC236}">
                <a16:creationId xmlns:a16="http://schemas.microsoft.com/office/drawing/2014/main" id="{FDB88ABC-0BAA-4B1A-8E85-F5571FF7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5" name="Y row 7 col 3">
            <a:extLst xmlns:a="http://schemas.openxmlformats.org/drawingml/2006/main">
              <a:ext uri="{FF2B5EF4-FFF2-40B4-BE49-F238E27FC236}">
                <a16:creationId xmlns:a16="http://schemas.microsoft.com/office/drawing/2014/main" id="{2368189A-024F-41AD-8CDB-B2D9A348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33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ED76E7-6F85-4825-A971-935DD7F8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4114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row M−1</a:t>
            </a:r>
          </a:p>
        </p:txBody>
      </p:sp>
      <p:sp>
        <p:nvSpPr>
          <p:cNvPr id="47" name="Y row 8 col 0">
            <a:extLst xmlns:a="http://schemas.openxmlformats.org/drawingml/2006/main">
              <a:ext uri="{FF2B5EF4-FFF2-40B4-BE49-F238E27FC236}">
                <a16:creationId xmlns:a16="http://schemas.microsoft.com/office/drawing/2014/main" id="{C60F33BF-A84F-4736-9BC4-82E330AA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yM−1,0</a:t>
            </a:r>
          </a:p>
        </p:txBody>
      </p:sp>
      <p:sp>
        <p:nvSpPr>
          <p:cNvPr id="48" name="Y row 8 col 1">
            <a:extLst xmlns:a="http://schemas.openxmlformats.org/drawingml/2006/main">
              <a:ext uri="{FF2B5EF4-FFF2-40B4-BE49-F238E27FC236}">
                <a16:creationId xmlns:a16="http://schemas.microsoft.com/office/drawing/2014/main" id="{CCA09D89-A702-41AC-A97E-12DABAA7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yM−1,1</a:t>
            </a:r>
          </a:p>
        </p:txBody>
      </p:sp>
      <p:sp>
        <p:nvSpPr>
          <p:cNvPr id="49" name="Y row 8 col 2">
            <a:extLst xmlns:a="http://schemas.openxmlformats.org/drawingml/2006/main">
              <a:ext uri="{FF2B5EF4-FFF2-40B4-BE49-F238E27FC236}">
                <a16:creationId xmlns:a16="http://schemas.microsoft.com/office/drawing/2014/main" id="{1DA0E598-B113-4A66-BB9E-929583F4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0" name="Y row 8 col 3">
            <a:extLst xmlns:a="http://schemas.openxmlformats.org/drawingml/2006/main">
              <a:ext uri="{FF2B5EF4-FFF2-40B4-BE49-F238E27FC236}">
                <a16:creationId xmlns:a16="http://schemas.microsoft.com/office/drawing/2014/main" id="{754F3962-BCF9-4B54-AF0D-16AB76B3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14800"/>
            <a:ext cx="685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yM−1,k−1</a:t>
            </a:r>
          </a:p>
        </p:txBody>
      </p:sp>
      <p:sp>
        <p:nvSpPr>
          <p:cNvPr id="51" name="Blocco CUDA">
            <a:extLst xmlns:a="http://schemas.openxmlformats.org/drawingml/2006/main">
              <a:ext uri="{FF2B5EF4-FFF2-40B4-BE49-F238E27FC236}">
                <a16:creationId xmlns:a16="http://schemas.microsoft.com/office/drawing/2014/main" id="{A18274C8-6915-482B-92E3-817962A4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952500"/>
            <a:ext cx="2800350" cy="33147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AD0D9D-580C-4B5A-BD5A-45136810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05727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CUDA thread block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9C2ACD-8E24-4BF5-9BBA-58D5F6DA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466850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0</a:t>
            </a:r>
          </a:p>
        </p:txBody>
      </p:sp>
      <p:sp>
        <p:nvSpPr>
          <p:cNvPr id="54" name="Assegnazione Warp 0">
            <a:extLst xmlns:a="http://schemas.openxmlformats.org/drawingml/2006/main">
              <a:ext uri="{FF2B5EF4-FFF2-40B4-BE49-F238E27FC236}">
                <a16:creationId xmlns:a16="http://schemas.microsoft.com/office/drawing/2014/main" id="{81C73B27-93F1-432E-B5BD-AFB391B1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81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4433F4-F0BB-47AF-B124-F02F6001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952625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4288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1</a:t>
            </a:r>
          </a:p>
        </p:txBody>
      </p:sp>
      <p:sp>
        <p:nvSpPr>
          <p:cNvPr id="56" name="Assegnazione Warp 1">
            <a:extLst xmlns:a="http://schemas.openxmlformats.org/drawingml/2006/main">
              <a:ext uri="{FF2B5EF4-FFF2-40B4-BE49-F238E27FC236}">
                <a16:creationId xmlns:a16="http://schemas.microsoft.com/office/drawing/2014/main" id="{E53BA447-E538-4EC4-9F30-74E8BA2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62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CE6FF0F-7F44-4CA0-9BD6-3F98193E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438400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4288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2</a:t>
            </a:r>
          </a:p>
        </p:txBody>
      </p:sp>
      <p:sp>
        <p:nvSpPr>
          <p:cNvPr id="58" name="Assegnazione Warp 2">
            <a:extLst xmlns:a="http://schemas.openxmlformats.org/drawingml/2006/main">
              <a:ext uri="{FF2B5EF4-FFF2-40B4-BE49-F238E27FC236}">
                <a16:creationId xmlns:a16="http://schemas.microsoft.com/office/drawing/2014/main" id="{EE73499D-E386-4861-9DE0-2C70CF1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43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286940-1135-40B7-8E8F-1F02521E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2924175"/>
            <a:ext cx="2228850" cy="3429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4288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3</a:t>
            </a:r>
          </a:p>
        </p:txBody>
      </p:sp>
      <p:sp>
        <p:nvSpPr>
          <p:cNvPr id="60" name="Assegnazione Warp 3">
            <a:extLst xmlns:a="http://schemas.openxmlformats.org/drawingml/2006/main">
              <a:ext uri="{FF2B5EF4-FFF2-40B4-BE49-F238E27FC236}">
                <a16:creationId xmlns:a16="http://schemas.microsoft.com/office/drawing/2014/main" id="{ACED9AE4-52B0-44B9-9290-067C2382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9048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9A60C0A-A19F-4DC8-820E-43F3F3B0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33975" y="353377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128 thread = 4 warp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9B49723-B83E-40DB-9224-A3BD5389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8481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Ogni blocco elabora 4 righe di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EBD23D-A180-4470-9D29-4AA19C1D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1362075"/>
            <a:ext cx="2857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4288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warp calcola</a:t>
            </a:r>
          </a:p>
          <a:p xmlns:a="http://schemas.openxmlformats.org/drawingml/2006/main">
            <a:pPr algn="ctr">
              <a:defRPr sz="16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una riga completa di Y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70DEF9-DBD5-4C71-BC49-B80D575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524125"/>
            <a:ext cx="29622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UN WARP =</a:t>
            </a:r>
          </a:p>
          <a:p xmlns:a="http://schemas.openxmlformats.org/drawingml/2006/main">
            <a:pPr algn="ctr">
              <a:defRPr sz="21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1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UNA RIGA DI 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22D1EE-4D98-4543-A389-7CDD1639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762375"/>
            <a:ext cx="20002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875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warp_id = 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ECF906-B35F-4C0D-8FD6-D6F36984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4552950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 blocchi successivi continuano sulle righe i = 4, 5, …, m_loc−1</a:t>
            </a:r>
          </a:p>
        </p:txBody>
      </p:sp>
      <p:sp>
        <p:nvSpPr>
          <p:cNvPr id="67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128CCCC0-3C0F-4E68-881D-A2D308E7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5381625"/>
            <a:ext cx="10572750" cy="600075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Con BLOCK_THREADS = 128, ogni blocco contiene 4 warp e produce 4 righe di Y</a:t>
            </a:r>
          </a:p>
        </p:txBody>
      </p:sp>
    </p:spTree>
    <p:extLst>
      <p:ext uri="{BB962C8B-B14F-4D97-AF65-F5344CB8AC3E}">
        <p14:creationId xmlns:p14="http://schemas.microsoft.com/office/powerpoint/2010/main" val="637064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Titolo">
            <a:extLst xmlns:a="http://schemas.openxmlformats.org/drawingml/2006/main">
              <a:ext uri="{FF2B5EF4-FFF2-40B4-BE49-F238E27FC236}">
                <a16:creationId xmlns:a16="http://schemas.microsoft.com/office/drawing/2014/main" id="{502E4A3D-E469-49BC-952F-FB438BB7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Zoom su un warp: dalla riga di A alla riga di Y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863EE83C-D829-4331-B417-1531D255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52623-21FD-4D84-BB49-5B47CF1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78CDF-57EF-46F3-9C56-19B212F7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4A9D7-91DB-41EA-AA7B-8409219E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742950"/>
            <a:ext cx="312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  (m_loc × n_loc)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59407-3AD8-4BEE-8DBE-827C0C66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 (n_loc × k)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B7131-E5D9-483E-B2B4-4357FD3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742950"/>
            <a:ext cx="274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Y  (m_loc × k)</a:t>
            </a:r>
          </a:p>
        </p:txBody>
      </p:sp>
      <p:sp>
        <p:nvSpPr>
          <p:cNvPr id="8" name="A 0 0">
            <a:extLst xmlns:a="http://schemas.openxmlformats.org/drawingml/2006/main">
              <a:ext uri="{FF2B5EF4-FFF2-40B4-BE49-F238E27FC236}">
                <a16:creationId xmlns:a16="http://schemas.microsoft.com/office/drawing/2014/main" id="{E860D516-3D3D-4648-A3A3-C571D5D9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A 0 1">
            <a:extLst xmlns:a="http://schemas.openxmlformats.org/drawingml/2006/main">
              <a:ext uri="{FF2B5EF4-FFF2-40B4-BE49-F238E27FC236}">
                <a16:creationId xmlns:a16="http://schemas.microsoft.com/office/drawing/2014/main" id="{BBC120F0-CE10-48D1-9FC8-A2EA4EB5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0 2">
            <a:extLst xmlns:a="http://schemas.openxmlformats.org/drawingml/2006/main">
              <a:ext uri="{FF2B5EF4-FFF2-40B4-BE49-F238E27FC236}">
                <a16:creationId xmlns:a16="http://schemas.microsoft.com/office/drawing/2014/main" id="{5BD5469B-46CB-4E1F-93A0-4703DBE3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0 3">
            <a:extLst xmlns:a="http://schemas.openxmlformats.org/drawingml/2006/main">
              <a:ext uri="{FF2B5EF4-FFF2-40B4-BE49-F238E27FC236}">
                <a16:creationId xmlns:a16="http://schemas.microsoft.com/office/drawing/2014/main" id="{BB5ADEC9-4151-413E-89EF-6B8F64D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 0 4">
            <a:extLst xmlns:a="http://schemas.openxmlformats.org/drawingml/2006/main">
              <a:ext uri="{FF2B5EF4-FFF2-40B4-BE49-F238E27FC236}">
                <a16:creationId xmlns:a16="http://schemas.microsoft.com/office/drawing/2014/main" id="{0518C4FF-2B28-47B1-A9CA-880059C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A 0 5">
            <a:extLst xmlns:a="http://schemas.openxmlformats.org/drawingml/2006/main">
              <a:ext uri="{FF2B5EF4-FFF2-40B4-BE49-F238E27FC236}">
                <a16:creationId xmlns:a16="http://schemas.microsoft.com/office/drawing/2014/main" id="{E556C20E-EB95-4989-B73B-78FA1A18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 0 6">
            <a:extLst xmlns:a="http://schemas.openxmlformats.org/drawingml/2006/main">
              <a:ext uri="{FF2B5EF4-FFF2-40B4-BE49-F238E27FC236}">
                <a16:creationId xmlns:a16="http://schemas.microsoft.com/office/drawing/2014/main" id="{194E2D7F-1E94-43DF-9B2D-1A7BEDEC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 0 7">
            <a:extLst xmlns:a="http://schemas.openxmlformats.org/drawingml/2006/main">
              <a:ext uri="{FF2B5EF4-FFF2-40B4-BE49-F238E27FC236}">
                <a16:creationId xmlns:a16="http://schemas.microsoft.com/office/drawing/2014/main" id="{7B4903E8-99FB-4176-9A3C-BF06864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A 0 8">
            <a:extLst xmlns:a="http://schemas.openxmlformats.org/drawingml/2006/main">
              <a:ext uri="{FF2B5EF4-FFF2-40B4-BE49-F238E27FC236}">
                <a16:creationId xmlns:a16="http://schemas.microsoft.com/office/drawing/2014/main" id="{17694F06-CDDE-442B-8B53-51BCB31F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A 1 0">
            <a:extLst xmlns:a="http://schemas.openxmlformats.org/drawingml/2006/main">
              <a:ext uri="{FF2B5EF4-FFF2-40B4-BE49-F238E27FC236}">
                <a16:creationId xmlns:a16="http://schemas.microsoft.com/office/drawing/2014/main" id="{84A62912-5A02-4E8F-873A-A575E398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A 1 1">
            <a:extLst xmlns:a="http://schemas.openxmlformats.org/drawingml/2006/main">
              <a:ext uri="{FF2B5EF4-FFF2-40B4-BE49-F238E27FC236}">
                <a16:creationId xmlns:a16="http://schemas.microsoft.com/office/drawing/2014/main" id="{967F74E4-F253-4BE1-BC7E-D51C8CEF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A 1 2">
            <a:extLst xmlns:a="http://schemas.openxmlformats.org/drawingml/2006/main">
              <a:ext uri="{FF2B5EF4-FFF2-40B4-BE49-F238E27FC236}">
                <a16:creationId xmlns:a16="http://schemas.microsoft.com/office/drawing/2014/main" id="{D5AF49EC-0657-447A-B86C-EE9E24C8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A 1 3">
            <a:extLst xmlns:a="http://schemas.openxmlformats.org/drawingml/2006/main">
              <a:ext uri="{FF2B5EF4-FFF2-40B4-BE49-F238E27FC236}">
                <a16:creationId xmlns:a16="http://schemas.microsoft.com/office/drawing/2014/main" id="{4FE7E3FD-932C-4CEB-8C3A-39887098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A 1 4">
            <a:extLst xmlns:a="http://schemas.openxmlformats.org/drawingml/2006/main">
              <a:ext uri="{FF2B5EF4-FFF2-40B4-BE49-F238E27FC236}">
                <a16:creationId xmlns:a16="http://schemas.microsoft.com/office/drawing/2014/main" id="{FB633810-96D0-4A7C-B5E8-76466234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A 1 5">
            <a:extLst xmlns:a="http://schemas.openxmlformats.org/drawingml/2006/main">
              <a:ext uri="{FF2B5EF4-FFF2-40B4-BE49-F238E27FC236}">
                <a16:creationId xmlns:a16="http://schemas.microsoft.com/office/drawing/2014/main" id="{B0439F52-F9D5-442E-8E10-C11BD90E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A 1 6">
            <a:extLst xmlns:a="http://schemas.openxmlformats.org/drawingml/2006/main">
              <a:ext uri="{FF2B5EF4-FFF2-40B4-BE49-F238E27FC236}">
                <a16:creationId xmlns:a16="http://schemas.microsoft.com/office/drawing/2014/main" id="{08180401-B2D0-441A-980F-62AC9C38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A 1 7">
            <a:extLst xmlns:a="http://schemas.openxmlformats.org/drawingml/2006/main">
              <a:ext uri="{FF2B5EF4-FFF2-40B4-BE49-F238E27FC236}">
                <a16:creationId xmlns:a16="http://schemas.microsoft.com/office/drawing/2014/main" id="{1DC79CEC-3BDA-4A16-B067-A068467E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A 1 8">
            <a:extLst xmlns:a="http://schemas.openxmlformats.org/drawingml/2006/main">
              <a:ext uri="{FF2B5EF4-FFF2-40B4-BE49-F238E27FC236}">
                <a16:creationId xmlns:a16="http://schemas.microsoft.com/office/drawing/2014/main" id="{8D57B7FB-E725-4201-BF4D-34325A8F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A 2 0">
            <a:extLst xmlns:a="http://schemas.openxmlformats.org/drawingml/2006/main">
              <a:ext uri="{FF2B5EF4-FFF2-40B4-BE49-F238E27FC236}">
                <a16:creationId xmlns:a16="http://schemas.microsoft.com/office/drawing/2014/main" id="{49BC46E4-C4BE-41C7-889D-F88CF03A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A 2 1">
            <a:extLst xmlns:a="http://schemas.openxmlformats.org/drawingml/2006/main">
              <a:ext uri="{FF2B5EF4-FFF2-40B4-BE49-F238E27FC236}">
                <a16:creationId xmlns:a16="http://schemas.microsoft.com/office/drawing/2014/main" id="{7684D20A-6DCA-42E9-A620-A452293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8" name="A 2 2">
            <a:extLst xmlns:a="http://schemas.openxmlformats.org/drawingml/2006/main">
              <a:ext uri="{FF2B5EF4-FFF2-40B4-BE49-F238E27FC236}">
                <a16:creationId xmlns:a16="http://schemas.microsoft.com/office/drawing/2014/main" id="{D44017D5-58D7-4078-8C92-7231CAAC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A 2 3">
            <a:extLst xmlns:a="http://schemas.openxmlformats.org/drawingml/2006/main">
              <a:ext uri="{FF2B5EF4-FFF2-40B4-BE49-F238E27FC236}">
                <a16:creationId xmlns:a16="http://schemas.microsoft.com/office/drawing/2014/main" id="{6B18FDFA-FD01-48C7-93BC-54A93C55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A 2 4">
            <a:extLst xmlns:a="http://schemas.openxmlformats.org/drawingml/2006/main">
              <a:ext uri="{FF2B5EF4-FFF2-40B4-BE49-F238E27FC236}">
                <a16:creationId xmlns:a16="http://schemas.microsoft.com/office/drawing/2014/main" id="{43D0BB1C-7D46-4656-B2AD-7D84155D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A 2 5">
            <a:extLst xmlns:a="http://schemas.openxmlformats.org/drawingml/2006/main">
              <a:ext uri="{FF2B5EF4-FFF2-40B4-BE49-F238E27FC236}">
                <a16:creationId xmlns:a16="http://schemas.microsoft.com/office/drawing/2014/main" id="{53D59F8C-9506-482C-8BC5-590360B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A 2 6">
            <a:extLst xmlns:a="http://schemas.openxmlformats.org/drawingml/2006/main">
              <a:ext uri="{FF2B5EF4-FFF2-40B4-BE49-F238E27FC236}">
                <a16:creationId xmlns:a16="http://schemas.microsoft.com/office/drawing/2014/main" id="{C89D2D34-5D79-4643-9808-5C5822C8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3" name="A 2 7">
            <a:extLst xmlns:a="http://schemas.openxmlformats.org/drawingml/2006/main">
              <a:ext uri="{FF2B5EF4-FFF2-40B4-BE49-F238E27FC236}">
                <a16:creationId xmlns:a16="http://schemas.microsoft.com/office/drawing/2014/main" id="{BC95C0C5-AE72-4A75-BDEB-9A6D4BAC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A 2 8">
            <a:extLst xmlns:a="http://schemas.openxmlformats.org/drawingml/2006/main">
              <a:ext uri="{FF2B5EF4-FFF2-40B4-BE49-F238E27FC236}">
                <a16:creationId xmlns:a16="http://schemas.microsoft.com/office/drawing/2014/main" id="{7050E011-B2D6-4255-8333-33B6491A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5" name="A 3 0">
            <a:extLst xmlns:a="http://schemas.openxmlformats.org/drawingml/2006/main">
              <a:ext uri="{FF2B5EF4-FFF2-40B4-BE49-F238E27FC236}">
                <a16:creationId xmlns:a16="http://schemas.microsoft.com/office/drawing/2014/main" id="{92926BF9-1724-414A-ACFD-9E30AFF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a0</a:t>
            </a:r>
          </a:p>
        </p:txBody>
      </p:sp>
      <p:sp>
        <p:nvSpPr>
          <p:cNvPr id="36" name="A 3 1">
            <a:extLst xmlns:a="http://schemas.openxmlformats.org/drawingml/2006/main">
              <a:ext uri="{FF2B5EF4-FFF2-40B4-BE49-F238E27FC236}">
                <a16:creationId xmlns:a16="http://schemas.microsoft.com/office/drawing/2014/main" id="{FBCF7C09-A38F-4433-BA63-6C587A5A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a1</a:t>
            </a:r>
          </a:p>
        </p:txBody>
      </p:sp>
      <p:sp>
        <p:nvSpPr>
          <p:cNvPr id="37" name="A 3 2">
            <a:extLst xmlns:a="http://schemas.openxmlformats.org/drawingml/2006/main">
              <a:ext uri="{FF2B5EF4-FFF2-40B4-BE49-F238E27FC236}">
                <a16:creationId xmlns:a16="http://schemas.microsoft.com/office/drawing/2014/main" id="{30DE3618-A8BE-4069-B6BB-BB6FBC98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a2</a:t>
            </a:r>
          </a:p>
        </p:txBody>
      </p:sp>
      <p:sp>
        <p:nvSpPr>
          <p:cNvPr id="38" name="A 3 3">
            <a:extLst xmlns:a="http://schemas.openxmlformats.org/drawingml/2006/main">
              <a:ext uri="{FF2B5EF4-FFF2-40B4-BE49-F238E27FC236}">
                <a16:creationId xmlns:a16="http://schemas.microsoft.com/office/drawing/2014/main" id="{C5EF7D82-E3E4-49FD-B718-B5E03263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a3</a:t>
            </a:r>
          </a:p>
        </p:txBody>
      </p:sp>
      <p:sp>
        <p:nvSpPr>
          <p:cNvPr id="39" name="A 3 4">
            <a:extLst xmlns:a="http://schemas.openxmlformats.org/drawingml/2006/main">
              <a:ext uri="{FF2B5EF4-FFF2-40B4-BE49-F238E27FC236}">
                <a16:creationId xmlns:a16="http://schemas.microsoft.com/office/drawing/2014/main" id="{23F3B7A2-3551-4020-8866-1BB62566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0" name="A 3 5">
            <a:extLst xmlns:a="http://schemas.openxmlformats.org/drawingml/2006/main">
              <a:ext uri="{FF2B5EF4-FFF2-40B4-BE49-F238E27FC236}">
                <a16:creationId xmlns:a16="http://schemas.microsoft.com/office/drawing/2014/main" id="{FCAE5C9B-003B-493F-9574-FB85811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1" name="A 3 6">
            <a:extLst xmlns:a="http://schemas.openxmlformats.org/drawingml/2006/main">
              <a:ext uri="{FF2B5EF4-FFF2-40B4-BE49-F238E27FC236}">
                <a16:creationId xmlns:a16="http://schemas.microsoft.com/office/drawing/2014/main" id="{76D2D60C-CA14-4BF7-87AF-CCC090AA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2" name="A 3 7">
            <a:extLst xmlns:a="http://schemas.openxmlformats.org/drawingml/2006/main">
              <a:ext uri="{FF2B5EF4-FFF2-40B4-BE49-F238E27FC236}">
                <a16:creationId xmlns:a16="http://schemas.microsoft.com/office/drawing/2014/main" id="{43ED8577-91EB-4A03-BF7E-883A516E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A 3 8">
            <a:extLst xmlns:a="http://schemas.openxmlformats.org/drawingml/2006/main">
              <a:ext uri="{FF2B5EF4-FFF2-40B4-BE49-F238E27FC236}">
                <a16:creationId xmlns:a16="http://schemas.microsoft.com/office/drawing/2014/main" id="{6843C9D3-829C-401F-BC2D-7DA3B608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A 4 0">
            <a:extLst xmlns:a="http://schemas.openxmlformats.org/drawingml/2006/main">
              <a:ext uri="{FF2B5EF4-FFF2-40B4-BE49-F238E27FC236}">
                <a16:creationId xmlns:a16="http://schemas.microsoft.com/office/drawing/2014/main" id="{45F93746-E747-47E2-932A-03F495D1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5" name="A 4 1">
            <a:extLst xmlns:a="http://schemas.openxmlformats.org/drawingml/2006/main">
              <a:ext uri="{FF2B5EF4-FFF2-40B4-BE49-F238E27FC236}">
                <a16:creationId xmlns:a16="http://schemas.microsoft.com/office/drawing/2014/main" id="{4B15BB7F-58BE-410D-A80E-A5AABC5B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A 4 2">
            <a:extLst xmlns:a="http://schemas.openxmlformats.org/drawingml/2006/main">
              <a:ext uri="{FF2B5EF4-FFF2-40B4-BE49-F238E27FC236}">
                <a16:creationId xmlns:a16="http://schemas.microsoft.com/office/drawing/2014/main" id="{0255FAF2-B3B2-4D68-9BD6-8F564F7A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7" name="A 4 3">
            <a:extLst xmlns:a="http://schemas.openxmlformats.org/drawingml/2006/main">
              <a:ext uri="{FF2B5EF4-FFF2-40B4-BE49-F238E27FC236}">
                <a16:creationId xmlns:a16="http://schemas.microsoft.com/office/drawing/2014/main" id="{164D6576-C1F5-4400-BB6B-C57A48A6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8" name="A 4 4">
            <a:extLst xmlns:a="http://schemas.openxmlformats.org/drawingml/2006/main">
              <a:ext uri="{FF2B5EF4-FFF2-40B4-BE49-F238E27FC236}">
                <a16:creationId xmlns:a16="http://schemas.microsoft.com/office/drawing/2014/main" id="{35F74AA4-F5CC-46CF-9E6D-28C0B8C6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A 4 5">
            <a:extLst xmlns:a="http://schemas.openxmlformats.org/drawingml/2006/main">
              <a:ext uri="{FF2B5EF4-FFF2-40B4-BE49-F238E27FC236}">
                <a16:creationId xmlns:a16="http://schemas.microsoft.com/office/drawing/2014/main" id="{68544C7F-BF00-45C9-883D-9D7C9BAF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0" name="A 4 6">
            <a:extLst xmlns:a="http://schemas.openxmlformats.org/drawingml/2006/main">
              <a:ext uri="{FF2B5EF4-FFF2-40B4-BE49-F238E27FC236}">
                <a16:creationId xmlns:a16="http://schemas.microsoft.com/office/drawing/2014/main" id="{2FB8DAFE-C82E-4C7A-8A2B-01CCA116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1" name="A 4 7">
            <a:extLst xmlns:a="http://schemas.openxmlformats.org/drawingml/2006/main">
              <a:ext uri="{FF2B5EF4-FFF2-40B4-BE49-F238E27FC236}">
                <a16:creationId xmlns:a16="http://schemas.microsoft.com/office/drawing/2014/main" id="{A9806CEF-70D8-4F62-80B1-F5F7A8DE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2" name="A 4 8">
            <a:extLst xmlns:a="http://schemas.openxmlformats.org/drawingml/2006/main">
              <a:ext uri="{FF2B5EF4-FFF2-40B4-BE49-F238E27FC236}">
                <a16:creationId xmlns:a16="http://schemas.microsoft.com/office/drawing/2014/main" id="{1AE5A154-52F1-424B-A964-09E352FB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A 5 0">
            <a:extLst xmlns:a="http://schemas.openxmlformats.org/drawingml/2006/main">
              <a:ext uri="{FF2B5EF4-FFF2-40B4-BE49-F238E27FC236}">
                <a16:creationId xmlns:a16="http://schemas.microsoft.com/office/drawing/2014/main" id="{56EB7EFD-9233-4569-A590-80811743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A 5 1">
            <a:extLst xmlns:a="http://schemas.openxmlformats.org/drawingml/2006/main">
              <a:ext uri="{FF2B5EF4-FFF2-40B4-BE49-F238E27FC236}">
                <a16:creationId xmlns:a16="http://schemas.microsoft.com/office/drawing/2014/main" id="{2C09B5E6-E1E5-445D-ADE0-9545312D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5" name="A 5 2">
            <a:extLst xmlns:a="http://schemas.openxmlformats.org/drawingml/2006/main">
              <a:ext uri="{FF2B5EF4-FFF2-40B4-BE49-F238E27FC236}">
                <a16:creationId xmlns:a16="http://schemas.microsoft.com/office/drawing/2014/main" id="{C9957BC9-AFE0-4DCB-A77E-A0AF5B09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6" name="A 5 3">
            <a:extLst xmlns:a="http://schemas.openxmlformats.org/drawingml/2006/main">
              <a:ext uri="{FF2B5EF4-FFF2-40B4-BE49-F238E27FC236}">
                <a16:creationId xmlns:a16="http://schemas.microsoft.com/office/drawing/2014/main" id="{BCA3C926-B9E8-4B4D-8A90-87CD63BC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A 5 4">
            <a:extLst xmlns:a="http://schemas.openxmlformats.org/drawingml/2006/main">
              <a:ext uri="{FF2B5EF4-FFF2-40B4-BE49-F238E27FC236}">
                <a16:creationId xmlns:a16="http://schemas.microsoft.com/office/drawing/2014/main" id="{C8736EED-4925-48C3-8820-3E9D450D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8" name="A 5 5">
            <a:extLst xmlns:a="http://schemas.openxmlformats.org/drawingml/2006/main">
              <a:ext uri="{FF2B5EF4-FFF2-40B4-BE49-F238E27FC236}">
                <a16:creationId xmlns:a16="http://schemas.microsoft.com/office/drawing/2014/main" id="{E9FFAF24-2AC0-463E-ABF8-FBB0AAE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A 5 6">
            <a:extLst xmlns:a="http://schemas.openxmlformats.org/drawingml/2006/main">
              <a:ext uri="{FF2B5EF4-FFF2-40B4-BE49-F238E27FC236}">
                <a16:creationId xmlns:a16="http://schemas.microsoft.com/office/drawing/2014/main" id="{8D1D5833-0877-4A16-93AE-D0152506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A 5 7">
            <a:extLst xmlns:a="http://schemas.openxmlformats.org/drawingml/2006/main">
              <a:ext uri="{FF2B5EF4-FFF2-40B4-BE49-F238E27FC236}">
                <a16:creationId xmlns:a16="http://schemas.microsoft.com/office/drawing/2014/main" id="{93C5F45C-21FC-4A9B-895F-949C628F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1" name="A 5 8">
            <a:extLst xmlns:a="http://schemas.openxmlformats.org/drawingml/2006/main">
              <a:ext uri="{FF2B5EF4-FFF2-40B4-BE49-F238E27FC236}">
                <a16:creationId xmlns:a16="http://schemas.microsoft.com/office/drawing/2014/main" id="{F9DDB0ED-362C-422A-A202-1B7D326D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A 6 0">
            <a:extLst xmlns:a="http://schemas.openxmlformats.org/drawingml/2006/main">
              <a:ext uri="{FF2B5EF4-FFF2-40B4-BE49-F238E27FC236}">
                <a16:creationId xmlns:a16="http://schemas.microsoft.com/office/drawing/2014/main" id="{44673CC5-09F6-4ABA-AF7D-EE90F0A1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A 6 1">
            <a:extLst xmlns:a="http://schemas.openxmlformats.org/drawingml/2006/main">
              <a:ext uri="{FF2B5EF4-FFF2-40B4-BE49-F238E27FC236}">
                <a16:creationId xmlns:a16="http://schemas.microsoft.com/office/drawing/2014/main" id="{3F2A7239-B716-4140-9466-80CDBF38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A 6 2">
            <a:extLst xmlns:a="http://schemas.openxmlformats.org/drawingml/2006/main">
              <a:ext uri="{FF2B5EF4-FFF2-40B4-BE49-F238E27FC236}">
                <a16:creationId xmlns:a16="http://schemas.microsoft.com/office/drawing/2014/main" id="{182C1588-481C-4B99-A070-B60EDFCD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A 6 3">
            <a:extLst xmlns:a="http://schemas.openxmlformats.org/drawingml/2006/main">
              <a:ext uri="{FF2B5EF4-FFF2-40B4-BE49-F238E27FC236}">
                <a16:creationId xmlns:a16="http://schemas.microsoft.com/office/drawing/2014/main" id="{3106EBA6-9D22-40B9-82CD-1494991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6" name="A 6 4">
            <a:extLst xmlns:a="http://schemas.openxmlformats.org/drawingml/2006/main">
              <a:ext uri="{FF2B5EF4-FFF2-40B4-BE49-F238E27FC236}">
                <a16:creationId xmlns:a16="http://schemas.microsoft.com/office/drawing/2014/main" id="{6E927E66-41EC-49F7-8D98-E9B6C856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A 6 5">
            <a:extLst xmlns:a="http://schemas.openxmlformats.org/drawingml/2006/main">
              <a:ext uri="{FF2B5EF4-FFF2-40B4-BE49-F238E27FC236}">
                <a16:creationId xmlns:a16="http://schemas.microsoft.com/office/drawing/2014/main" id="{8958AC37-0A7F-4107-9476-09550D3B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8" name="A 6 6">
            <a:extLst xmlns:a="http://schemas.openxmlformats.org/drawingml/2006/main">
              <a:ext uri="{FF2B5EF4-FFF2-40B4-BE49-F238E27FC236}">
                <a16:creationId xmlns:a16="http://schemas.microsoft.com/office/drawing/2014/main" id="{FFCA68FB-3755-481F-AEDE-B7464FB8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A 6 7">
            <a:extLst xmlns:a="http://schemas.openxmlformats.org/drawingml/2006/main">
              <a:ext uri="{FF2B5EF4-FFF2-40B4-BE49-F238E27FC236}">
                <a16:creationId xmlns:a16="http://schemas.microsoft.com/office/drawing/2014/main" id="{EDF64FEB-4864-4731-9752-AF87580B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0" name="A 6 8">
            <a:extLst xmlns:a="http://schemas.openxmlformats.org/drawingml/2006/main">
              <a:ext uri="{FF2B5EF4-FFF2-40B4-BE49-F238E27FC236}">
                <a16:creationId xmlns:a16="http://schemas.microsoft.com/office/drawing/2014/main" id="{35BF9772-DDDD-445E-86ED-6ECA590B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A 7 0">
            <a:extLst xmlns:a="http://schemas.openxmlformats.org/drawingml/2006/main">
              <a:ext uri="{FF2B5EF4-FFF2-40B4-BE49-F238E27FC236}">
                <a16:creationId xmlns:a16="http://schemas.microsoft.com/office/drawing/2014/main" id="{4DA51559-6569-40A1-8EEF-17D6267A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A 7 1">
            <a:extLst xmlns:a="http://schemas.openxmlformats.org/drawingml/2006/main">
              <a:ext uri="{FF2B5EF4-FFF2-40B4-BE49-F238E27FC236}">
                <a16:creationId xmlns:a16="http://schemas.microsoft.com/office/drawing/2014/main" id="{A6A58533-C6F9-45D4-A7A4-B54D6678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A 7 2">
            <a:extLst xmlns:a="http://schemas.openxmlformats.org/drawingml/2006/main">
              <a:ext uri="{FF2B5EF4-FFF2-40B4-BE49-F238E27FC236}">
                <a16:creationId xmlns:a16="http://schemas.microsoft.com/office/drawing/2014/main" id="{043092C7-C419-47E7-ACDB-5FDAF80C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4" name="A 7 3">
            <a:extLst xmlns:a="http://schemas.openxmlformats.org/drawingml/2006/main">
              <a:ext uri="{FF2B5EF4-FFF2-40B4-BE49-F238E27FC236}">
                <a16:creationId xmlns:a16="http://schemas.microsoft.com/office/drawing/2014/main" id="{0E41DF17-8959-4AF4-AC91-4219A64A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5" name="A 7 4">
            <a:extLst xmlns:a="http://schemas.openxmlformats.org/drawingml/2006/main">
              <a:ext uri="{FF2B5EF4-FFF2-40B4-BE49-F238E27FC236}">
                <a16:creationId xmlns:a16="http://schemas.microsoft.com/office/drawing/2014/main" id="{38083D86-E2E2-4253-A6FE-1436FCD3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6" name="A 7 5">
            <a:extLst xmlns:a="http://schemas.openxmlformats.org/drawingml/2006/main">
              <a:ext uri="{FF2B5EF4-FFF2-40B4-BE49-F238E27FC236}">
                <a16:creationId xmlns:a16="http://schemas.microsoft.com/office/drawing/2014/main" id="{30DAF219-9A61-4019-9ABD-C1B0F686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7" name="A 7 6">
            <a:extLst xmlns:a="http://schemas.openxmlformats.org/drawingml/2006/main">
              <a:ext uri="{FF2B5EF4-FFF2-40B4-BE49-F238E27FC236}">
                <a16:creationId xmlns:a16="http://schemas.microsoft.com/office/drawing/2014/main" id="{79175524-E80D-432A-B335-A6C7A71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A 7 7">
            <a:extLst xmlns:a="http://schemas.openxmlformats.org/drawingml/2006/main">
              <a:ext uri="{FF2B5EF4-FFF2-40B4-BE49-F238E27FC236}">
                <a16:creationId xmlns:a16="http://schemas.microsoft.com/office/drawing/2014/main" id="{845001C1-64A4-4D98-B968-54FB5EA5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9" name="A 7 8">
            <a:extLst xmlns:a="http://schemas.openxmlformats.org/drawingml/2006/main">
              <a:ext uri="{FF2B5EF4-FFF2-40B4-BE49-F238E27FC236}">
                <a16:creationId xmlns:a16="http://schemas.microsoft.com/office/drawing/2014/main" id="{63EF062F-4229-45D0-9B81-347D45A1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E2B354-4B1C-46DB-971D-BF7015E3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" y="19621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375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riga i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B7F8CA5-C23E-4AC1-9535-678FA81D9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2276475"/>
            <a:ext cx="31432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82" name="X 0 0">
            <a:extLst xmlns:a="http://schemas.openxmlformats.org/drawingml/2006/main">
              <a:ext uri="{FF2B5EF4-FFF2-40B4-BE49-F238E27FC236}">
                <a16:creationId xmlns:a16="http://schemas.microsoft.com/office/drawing/2014/main" id="{31110837-A106-4A0D-8A9B-5A8B8372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3" name="X 0 1">
            <a:extLst xmlns:a="http://schemas.openxmlformats.org/drawingml/2006/main">
              <a:ext uri="{FF2B5EF4-FFF2-40B4-BE49-F238E27FC236}">
                <a16:creationId xmlns:a16="http://schemas.microsoft.com/office/drawing/2014/main" id="{A3DB592C-1C73-403A-8BE6-26FDC608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X 0 2">
            <a:extLst xmlns:a="http://schemas.openxmlformats.org/drawingml/2006/main">
              <a:ext uri="{FF2B5EF4-FFF2-40B4-BE49-F238E27FC236}">
                <a16:creationId xmlns:a16="http://schemas.microsoft.com/office/drawing/2014/main" id="{FD86EA91-7CAB-4264-817D-D9EAA4F2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X 0 3">
            <a:extLst xmlns:a="http://schemas.openxmlformats.org/drawingml/2006/main">
              <a:ext uri="{FF2B5EF4-FFF2-40B4-BE49-F238E27FC236}">
                <a16:creationId xmlns:a16="http://schemas.microsoft.com/office/drawing/2014/main" id="{0D8893B2-6BEC-4504-8CB5-DFB6DDD6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X 0 4">
            <a:extLst xmlns:a="http://schemas.openxmlformats.org/drawingml/2006/main">
              <a:ext uri="{FF2B5EF4-FFF2-40B4-BE49-F238E27FC236}">
                <a16:creationId xmlns:a16="http://schemas.microsoft.com/office/drawing/2014/main" id="{C17CE34C-F200-438F-9CB8-291B5423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7" name="X 0 5">
            <a:extLst xmlns:a="http://schemas.openxmlformats.org/drawingml/2006/main">
              <a:ext uri="{FF2B5EF4-FFF2-40B4-BE49-F238E27FC236}">
                <a16:creationId xmlns:a16="http://schemas.microsoft.com/office/drawing/2014/main" id="{72B3E784-C1A9-4F9C-B155-32633212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X 1 0">
            <a:extLst xmlns:a="http://schemas.openxmlformats.org/drawingml/2006/main">
              <a:ext uri="{FF2B5EF4-FFF2-40B4-BE49-F238E27FC236}">
                <a16:creationId xmlns:a16="http://schemas.microsoft.com/office/drawing/2014/main" id="{5AB1D535-EAFD-4196-B355-D9FFF1E2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X 1 1">
            <a:extLst xmlns:a="http://schemas.openxmlformats.org/drawingml/2006/main">
              <a:ext uri="{FF2B5EF4-FFF2-40B4-BE49-F238E27FC236}">
                <a16:creationId xmlns:a16="http://schemas.microsoft.com/office/drawing/2014/main" id="{C740C674-67C9-40C0-9D50-B9050596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0" name="X 1 2">
            <a:extLst xmlns:a="http://schemas.openxmlformats.org/drawingml/2006/main">
              <a:ext uri="{FF2B5EF4-FFF2-40B4-BE49-F238E27FC236}">
                <a16:creationId xmlns:a16="http://schemas.microsoft.com/office/drawing/2014/main" id="{D1948E91-4BAD-4E43-A662-0CC459BC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X 1 3">
            <a:extLst xmlns:a="http://schemas.openxmlformats.org/drawingml/2006/main">
              <a:ext uri="{FF2B5EF4-FFF2-40B4-BE49-F238E27FC236}">
                <a16:creationId xmlns:a16="http://schemas.microsoft.com/office/drawing/2014/main" id="{D99DB1FA-CEF4-42D7-8334-1B69230B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X 1 4">
            <a:extLst xmlns:a="http://schemas.openxmlformats.org/drawingml/2006/main">
              <a:ext uri="{FF2B5EF4-FFF2-40B4-BE49-F238E27FC236}">
                <a16:creationId xmlns:a16="http://schemas.microsoft.com/office/drawing/2014/main" id="{D7AEBEA6-4EE0-4AFF-8624-06016378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3" name="X 1 5">
            <a:extLst xmlns:a="http://schemas.openxmlformats.org/drawingml/2006/main">
              <a:ext uri="{FF2B5EF4-FFF2-40B4-BE49-F238E27FC236}">
                <a16:creationId xmlns:a16="http://schemas.microsoft.com/office/drawing/2014/main" id="{17E8386D-9563-494E-8AA3-F6CE6C02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X 2 0">
            <a:extLst xmlns:a="http://schemas.openxmlformats.org/drawingml/2006/main">
              <a:ext uri="{FF2B5EF4-FFF2-40B4-BE49-F238E27FC236}">
                <a16:creationId xmlns:a16="http://schemas.microsoft.com/office/drawing/2014/main" id="{74F95C55-08EF-4BB4-9BC0-B0C0E633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5" name="X 2 1">
            <a:extLst xmlns:a="http://schemas.openxmlformats.org/drawingml/2006/main">
              <a:ext uri="{FF2B5EF4-FFF2-40B4-BE49-F238E27FC236}">
                <a16:creationId xmlns:a16="http://schemas.microsoft.com/office/drawing/2014/main" id="{C1D3135D-675E-494B-A93D-F0EAA1CF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X 2 2">
            <a:extLst xmlns:a="http://schemas.openxmlformats.org/drawingml/2006/main">
              <a:ext uri="{FF2B5EF4-FFF2-40B4-BE49-F238E27FC236}">
                <a16:creationId xmlns:a16="http://schemas.microsoft.com/office/drawing/2014/main" id="{C83D93AC-00E3-4758-925D-2CAB8EA2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X 2 3">
            <a:extLst xmlns:a="http://schemas.openxmlformats.org/drawingml/2006/main">
              <a:ext uri="{FF2B5EF4-FFF2-40B4-BE49-F238E27FC236}">
                <a16:creationId xmlns:a16="http://schemas.microsoft.com/office/drawing/2014/main" id="{74546A21-8E50-4ABB-9C53-EE8B276D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8" name="X 2 4">
            <a:extLst xmlns:a="http://schemas.openxmlformats.org/drawingml/2006/main">
              <a:ext uri="{FF2B5EF4-FFF2-40B4-BE49-F238E27FC236}">
                <a16:creationId xmlns:a16="http://schemas.microsoft.com/office/drawing/2014/main" id="{B5AC6B70-DD43-4956-A341-AE064AFA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9" name="X 2 5">
            <a:extLst xmlns:a="http://schemas.openxmlformats.org/drawingml/2006/main">
              <a:ext uri="{FF2B5EF4-FFF2-40B4-BE49-F238E27FC236}">
                <a16:creationId xmlns:a16="http://schemas.microsoft.com/office/drawing/2014/main" id="{1FA7796D-66C4-4D31-B0DC-052DB1CF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0" name="X 3 0">
            <a:extLst xmlns:a="http://schemas.openxmlformats.org/drawingml/2006/main">
              <a:ext uri="{FF2B5EF4-FFF2-40B4-BE49-F238E27FC236}">
                <a16:creationId xmlns:a16="http://schemas.microsoft.com/office/drawing/2014/main" id="{6D4FF6CB-A481-4A6A-A1D7-2CBCCF0F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1" name="X 3 1">
            <a:extLst xmlns:a="http://schemas.openxmlformats.org/drawingml/2006/main">
              <a:ext uri="{FF2B5EF4-FFF2-40B4-BE49-F238E27FC236}">
                <a16:creationId xmlns:a16="http://schemas.microsoft.com/office/drawing/2014/main" id="{3806C711-93D2-4C64-B222-2BC31021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2" name="X 3 2">
            <a:extLst xmlns:a="http://schemas.openxmlformats.org/drawingml/2006/main">
              <a:ext uri="{FF2B5EF4-FFF2-40B4-BE49-F238E27FC236}">
                <a16:creationId xmlns:a16="http://schemas.microsoft.com/office/drawing/2014/main" id="{EE87DF88-2150-40E6-9733-B217ED28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3" name="X 3 3">
            <a:extLst xmlns:a="http://schemas.openxmlformats.org/drawingml/2006/main">
              <a:ext uri="{FF2B5EF4-FFF2-40B4-BE49-F238E27FC236}">
                <a16:creationId xmlns:a16="http://schemas.microsoft.com/office/drawing/2014/main" id="{436663AF-219D-4690-936C-3AF48A68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4" name="X 3 4">
            <a:extLst xmlns:a="http://schemas.openxmlformats.org/drawingml/2006/main">
              <a:ext uri="{FF2B5EF4-FFF2-40B4-BE49-F238E27FC236}">
                <a16:creationId xmlns:a16="http://schemas.microsoft.com/office/drawing/2014/main" id="{EC2E8A31-0A8B-4F26-96A7-3E066ABA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5" name="X 3 5">
            <a:extLst xmlns:a="http://schemas.openxmlformats.org/drawingml/2006/main">
              <a:ext uri="{FF2B5EF4-FFF2-40B4-BE49-F238E27FC236}">
                <a16:creationId xmlns:a16="http://schemas.microsoft.com/office/drawing/2014/main" id="{8BA02BBE-A5E2-4653-8FD2-66658067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6" name="X 4 0">
            <a:extLst xmlns:a="http://schemas.openxmlformats.org/drawingml/2006/main">
              <a:ext uri="{FF2B5EF4-FFF2-40B4-BE49-F238E27FC236}">
                <a16:creationId xmlns:a16="http://schemas.microsoft.com/office/drawing/2014/main" id="{25CF07F6-AD96-4432-B354-5E196805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7" name="X 4 1">
            <a:extLst xmlns:a="http://schemas.openxmlformats.org/drawingml/2006/main">
              <a:ext uri="{FF2B5EF4-FFF2-40B4-BE49-F238E27FC236}">
                <a16:creationId xmlns:a16="http://schemas.microsoft.com/office/drawing/2014/main" id="{17124BC0-D708-47D6-87BD-EBEE82F3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X 4 2">
            <a:extLst xmlns:a="http://schemas.openxmlformats.org/drawingml/2006/main">
              <a:ext uri="{FF2B5EF4-FFF2-40B4-BE49-F238E27FC236}">
                <a16:creationId xmlns:a16="http://schemas.microsoft.com/office/drawing/2014/main" id="{F1A97012-27AE-4332-A3BA-6F90FF7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9" name="X 4 3">
            <a:extLst xmlns:a="http://schemas.openxmlformats.org/drawingml/2006/main">
              <a:ext uri="{FF2B5EF4-FFF2-40B4-BE49-F238E27FC236}">
                <a16:creationId xmlns:a16="http://schemas.microsoft.com/office/drawing/2014/main" id="{E9472838-F096-40A5-ACB0-5C9A5332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0" name="X 4 4">
            <a:extLst xmlns:a="http://schemas.openxmlformats.org/drawingml/2006/main">
              <a:ext uri="{FF2B5EF4-FFF2-40B4-BE49-F238E27FC236}">
                <a16:creationId xmlns:a16="http://schemas.microsoft.com/office/drawing/2014/main" id="{6008484F-38AF-4315-AC62-006C39FE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X 4 5">
            <a:extLst xmlns:a="http://schemas.openxmlformats.org/drawingml/2006/main">
              <a:ext uri="{FF2B5EF4-FFF2-40B4-BE49-F238E27FC236}">
                <a16:creationId xmlns:a16="http://schemas.microsoft.com/office/drawing/2014/main" id="{CACB89FD-0362-40C9-8C19-E8BC94E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2" name="X 5 0">
            <a:extLst xmlns:a="http://schemas.openxmlformats.org/drawingml/2006/main">
              <a:ext uri="{FF2B5EF4-FFF2-40B4-BE49-F238E27FC236}">
                <a16:creationId xmlns:a16="http://schemas.microsoft.com/office/drawing/2014/main" id="{7E5229B5-CB66-4443-830A-02102F52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3" name="X 5 1">
            <a:extLst xmlns:a="http://schemas.openxmlformats.org/drawingml/2006/main">
              <a:ext uri="{FF2B5EF4-FFF2-40B4-BE49-F238E27FC236}">
                <a16:creationId xmlns:a16="http://schemas.microsoft.com/office/drawing/2014/main" id="{911A6C46-A9BB-4F4B-A2A3-DC6CEBF2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4" name="X 5 2">
            <a:extLst xmlns:a="http://schemas.openxmlformats.org/drawingml/2006/main">
              <a:ext uri="{FF2B5EF4-FFF2-40B4-BE49-F238E27FC236}">
                <a16:creationId xmlns:a16="http://schemas.microsoft.com/office/drawing/2014/main" id="{A3144F65-5B03-40CE-83AD-52079026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5" name="X 5 3">
            <a:extLst xmlns:a="http://schemas.openxmlformats.org/drawingml/2006/main">
              <a:ext uri="{FF2B5EF4-FFF2-40B4-BE49-F238E27FC236}">
                <a16:creationId xmlns:a16="http://schemas.microsoft.com/office/drawing/2014/main" id="{DDB3435D-86EC-43AC-A3FF-3667251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6" name="X 5 4">
            <a:extLst xmlns:a="http://schemas.openxmlformats.org/drawingml/2006/main">
              <a:ext uri="{FF2B5EF4-FFF2-40B4-BE49-F238E27FC236}">
                <a16:creationId xmlns:a16="http://schemas.microsoft.com/office/drawing/2014/main" id="{A3E8700B-2F89-498D-8D6E-64AB0E94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7" name="X 5 5">
            <a:extLst xmlns:a="http://schemas.openxmlformats.org/drawingml/2006/main">
              <a:ext uri="{FF2B5EF4-FFF2-40B4-BE49-F238E27FC236}">
                <a16:creationId xmlns:a16="http://schemas.microsoft.com/office/drawing/2014/main" id="{A629EC49-B22A-48DD-9CDA-EF159F0E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X 6 0">
            <a:extLst xmlns:a="http://schemas.openxmlformats.org/drawingml/2006/main">
              <a:ext uri="{FF2B5EF4-FFF2-40B4-BE49-F238E27FC236}">
                <a16:creationId xmlns:a16="http://schemas.microsoft.com/office/drawing/2014/main" id="{43CB4570-FCEA-4784-8C4C-717A64F1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9" name="X 6 1">
            <a:extLst xmlns:a="http://schemas.openxmlformats.org/drawingml/2006/main">
              <a:ext uri="{FF2B5EF4-FFF2-40B4-BE49-F238E27FC236}">
                <a16:creationId xmlns:a16="http://schemas.microsoft.com/office/drawing/2014/main" id="{72EC693B-1D07-4DD3-983B-B9AD1C2E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0" name="X 6 2">
            <a:extLst xmlns:a="http://schemas.openxmlformats.org/drawingml/2006/main">
              <a:ext uri="{FF2B5EF4-FFF2-40B4-BE49-F238E27FC236}">
                <a16:creationId xmlns:a16="http://schemas.microsoft.com/office/drawing/2014/main" id="{6DC58A8F-B018-47DC-9E3F-2D07AC7E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X 6 3">
            <a:extLst xmlns:a="http://schemas.openxmlformats.org/drawingml/2006/main">
              <a:ext uri="{FF2B5EF4-FFF2-40B4-BE49-F238E27FC236}">
                <a16:creationId xmlns:a16="http://schemas.microsoft.com/office/drawing/2014/main" id="{08D5ABA2-2028-4940-84A1-6CC8AEB5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2" name="X 6 4">
            <a:extLst xmlns:a="http://schemas.openxmlformats.org/drawingml/2006/main">
              <a:ext uri="{FF2B5EF4-FFF2-40B4-BE49-F238E27FC236}">
                <a16:creationId xmlns:a16="http://schemas.microsoft.com/office/drawing/2014/main" id="{75AD85E9-75A9-4EF9-85F7-A33CB95C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3" name="X 6 5">
            <a:extLst xmlns:a="http://schemas.openxmlformats.org/drawingml/2006/main">
              <a:ext uri="{FF2B5EF4-FFF2-40B4-BE49-F238E27FC236}">
                <a16:creationId xmlns:a16="http://schemas.microsoft.com/office/drawing/2014/main" id="{6294BD63-9D3A-451E-B001-E79F177D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4" name="X 7 0">
            <a:extLst xmlns:a="http://schemas.openxmlformats.org/drawingml/2006/main">
              <a:ext uri="{FF2B5EF4-FFF2-40B4-BE49-F238E27FC236}">
                <a16:creationId xmlns:a16="http://schemas.microsoft.com/office/drawing/2014/main" id="{6704F495-19AD-4933-B1B2-D9DA26B3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X 7 1">
            <a:extLst xmlns:a="http://schemas.openxmlformats.org/drawingml/2006/main">
              <a:ext uri="{FF2B5EF4-FFF2-40B4-BE49-F238E27FC236}">
                <a16:creationId xmlns:a16="http://schemas.microsoft.com/office/drawing/2014/main" id="{B88D5014-8F16-43E3-8EEA-95FBACA5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6" name="X 7 2">
            <a:extLst xmlns:a="http://schemas.openxmlformats.org/drawingml/2006/main">
              <a:ext uri="{FF2B5EF4-FFF2-40B4-BE49-F238E27FC236}">
                <a16:creationId xmlns:a16="http://schemas.microsoft.com/office/drawing/2014/main" id="{D09B3389-3158-49A2-8F34-F68225AFF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7" name="X 7 3">
            <a:extLst xmlns:a="http://schemas.openxmlformats.org/drawingml/2006/main">
              <a:ext uri="{FF2B5EF4-FFF2-40B4-BE49-F238E27FC236}">
                <a16:creationId xmlns:a16="http://schemas.microsoft.com/office/drawing/2014/main" id="{B6CC8976-40F6-498D-8815-8736C706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8" name="X 7 4">
            <a:extLst xmlns:a="http://schemas.openxmlformats.org/drawingml/2006/main">
              <a:ext uri="{FF2B5EF4-FFF2-40B4-BE49-F238E27FC236}">
                <a16:creationId xmlns:a16="http://schemas.microsoft.com/office/drawing/2014/main" id="{4DC4F0C7-0044-494C-8705-51D8FAAB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X 7 5">
            <a:extLst xmlns:a="http://schemas.openxmlformats.org/drawingml/2006/main">
              <a:ext uri="{FF2B5EF4-FFF2-40B4-BE49-F238E27FC236}">
                <a16:creationId xmlns:a16="http://schemas.microsoft.com/office/drawing/2014/main" id="{B10A4F5E-FB0B-4AA6-86CB-6D38AABA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0" name="Y 0 0">
            <a:extLst xmlns:a="http://schemas.openxmlformats.org/drawingml/2006/main">
              <a:ext uri="{FF2B5EF4-FFF2-40B4-BE49-F238E27FC236}">
                <a16:creationId xmlns:a16="http://schemas.microsoft.com/office/drawing/2014/main" id="{C65C986E-D2C8-45B2-9B43-AE81F158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1" name="Y 0 1">
            <a:extLst xmlns:a="http://schemas.openxmlformats.org/drawingml/2006/main">
              <a:ext uri="{FF2B5EF4-FFF2-40B4-BE49-F238E27FC236}">
                <a16:creationId xmlns:a16="http://schemas.microsoft.com/office/drawing/2014/main" id="{165BF6C6-B206-45F2-8972-C81DCC71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2" name="Y 0 2">
            <a:extLst xmlns:a="http://schemas.openxmlformats.org/drawingml/2006/main">
              <a:ext uri="{FF2B5EF4-FFF2-40B4-BE49-F238E27FC236}">
                <a16:creationId xmlns:a16="http://schemas.microsoft.com/office/drawing/2014/main" id="{6FD3E771-E313-4802-8913-AF3C05AB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3" name="Y 0 3">
            <a:extLst xmlns:a="http://schemas.openxmlformats.org/drawingml/2006/main">
              <a:ext uri="{FF2B5EF4-FFF2-40B4-BE49-F238E27FC236}">
                <a16:creationId xmlns:a16="http://schemas.microsoft.com/office/drawing/2014/main" id="{85329292-7E76-419C-9C1A-8E1FF99F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4" name="Y 0 4">
            <a:extLst xmlns:a="http://schemas.openxmlformats.org/drawingml/2006/main">
              <a:ext uri="{FF2B5EF4-FFF2-40B4-BE49-F238E27FC236}">
                <a16:creationId xmlns:a16="http://schemas.microsoft.com/office/drawing/2014/main" id="{85278F28-A0F6-4462-9A9A-C0B3994AF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5" name="Y 0 5">
            <a:extLst xmlns:a="http://schemas.openxmlformats.org/drawingml/2006/main">
              <a:ext uri="{FF2B5EF4-FFF2-40B4-BE49-F238E27FC236}">
                <a16:creationId xmlns:a16="http://schemas.microsoft.com/office/drawing/2014/main" id="{4DA6CAFB-FB3F-47B0-B5CD-BD12C353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1620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6" name="Y 1 0">
            <a:extLst xmlns:a="http://schemas.openxmlformats.org/drawingml/2006/main">
              <a:ext uri="{FF2B5EF4-FFF2-40B4-BE49-F238E27FC236}">
                <a16:creationId xmlns:a16="http://schemas.microsoft.com/office/drawing/2014/main" id="{468F6576-DD88-466A-AB03-39FF8FFB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7" name="Y 1 1">
            <a:extLst xmlns:a="http://schemas.openxmlformats.org/drawingml/2006/main">
              <a:ext uri="{FF2B5EF4-FFF2-40B4-BE49-F238E27FC236}">
                <a16:creationId xmlns:a16="http://schemas.microsoft.com/office/drawing/2014/main" id="{3B8D2DD4-05CD-479D-82DC-08F83E2B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8" name="Y 1 2">
            <a:extLst xmlns:a="http://schemas.openxmlformats.org/drawingml/2006/main">
              <a:ext uri="{FF2B5EF4-FFF2-40B4-BE49-F238E27FC236}">
                <a16:creationId xmlns:a16="http://schemas.microsoft.com/office/drawing/2014/main" id="{F890A1C8-112E-4C34-8979-A2316F96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Y 1 3">
            <a:extLst xmlns:a="http://schemas.openxmlformats.org/drawingml/2006/main">
              <a:ext uri="{FF2B5EF4-FFF2-40B4-BE49-F238E27FC236}">
                <a16:creationId xmlns:a16="http://schemas.microsoft.com/office/drawing/2014/main" id="{1663C88F-DF34-4972-8CF9-F9F613D5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0" name="Y 1 4">
            <a:extLst xmlns:a="http://schemas.openxmlformats.org/drawingml/2006/main">
              <a:ext uri="{FF2B5EF4-FFF2-40B4-BE49-F238E27FC236}">
                <a16:creationId xmlns:a16="http://schemas.microsoft.com/office/drawing/2014/main" id="{E38E24EC-7D21-403A-88D3-78ED6005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Y 1 5">
            <a:extLst xmlns:a="http://schemas.openxmlformats.org/drawingml/2006/main">
              <a:ext uri="{FF2B5EF4-FFF2-40B4-BE49-F238E27FC236}">
                <a16:creationId xmlns:a16="http://schemas.microsoft.com/office/drawing/2014/main" id="{522E123B-99CD-498A-B484-64FC0604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5049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2" name="Y 2 0">
            <a:extLst xmlns:a="http://schemas.openxmlformats.org/drawingml/2006/main">
              <a:ext uri="{FF2B5EF4-FFF2-40B4-BE49-F238E27FC236}">
                <a16:creationId xmlns:a16="http://schemas.microsoft.com/office/drawing/2014/main" id="{15036671-7B9C-4A3F-AC16-A0D117C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Y 2 1">
            <a:extLst xmlns:a="http://schemas.openxmlformats.org/drawingml/2006/main">
              <a:ext uri="{FF2B5EF4-FFF2-40B4-BE49-F238E27FC236}">
                <a16:creationId xmlns:a16="http://schemas.microsoft.com/office/drawing/2014/main" id="{966A24F4-509D-4ACD-A1E8-5578C794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4" name="Y 2 2">
            <a:extLst xmlns:a="http://schemas.openxmlformats.org/drawingml/2006/main">
              <a:ext uri="{FF2B5EF4-FFF2-40B4-BE49-F238E27FC236}">
                <a16:creationId xmlns:a16="http://schemas.microsoft.com/office/drawing/2014/main" id="{501C22BA-569C-41C8-A247-F1B913E5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5" name="Y 2 3">
            <a:extLst xmlns:a="http://schemas.openxmlformats.org/drawingml/2006/main">
              <a:ext uri="{FF2B5EF4-FFF2-40B4-BE49-F238E27FC236}">
                <a16:creationId xmlns:a16="http://schemas.microsoft.com/office/drawing/2014/main" id="{3564821D-AB7C-4409-AC80-3013477F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6" name="Y 2 4">
            <a:extLst xmlns:a="http://schemas.openxmlformats.org/drawingml/2006/main">
              <a:ext uri="{FF2B5EF4-FFF2-40B4-BE49-F238E27FC236}">
                <a16:creationId xmlns:a16="http://schemas.microsoft.com/office/drawing/2014/main" id="{DAE756A2-32BB-4D8E-9933-4E6B780F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7" name="Y 2 5">
            <a:extLst xmlns:a="http://schemas.openxmlformats.org/drawingml/2006/main">
              <a:ext uri="{FF2B5EF4-FFF2-40B4-BE49-F238E27FC236}">
                <a16:creationId xmlns:a16="http://schemas.microsoft.com/office/drawing/2014/main" id="{B7414D00-0141-4F0B-8FE7-E9776667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8478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8" name="Y 3 0">
            <a:extLst xmlns:a="http://schemas.openxmlformats.org/drawingml/2006/main">
              <a:ext uri="{FF2B5EF4-FFF2-40B4-BE49-F238E27FC236}">
                <a16:creationId xmlns:a16="http://schemas.microsoft.com/office/drawing/2014/main" id="{CDC8CBD2-3896-4BFF-8A6A-CDE29E73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y₀</a:t>
            </a:r>
          </a:p>
        </p:txBody>
      </p:sp>
      <p:sp>
        <p:nvSpPr>
          <p:cNvPr id="149" name="Y 3 1">
            <a:extLst xmlns:a="http://schemas.openxmlformats.org/drawingml/2006/main">
              <a:ext uri="{FF2B5EF4-FFF2-40B4-BE49-F238E27FC236}">
                <a16:creationId xmlns:a16="http://schemas.microsoft.com/office/drawing/2014/main" id="{A84ACD13-7096-46E7-B019-0D0665AE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0" name="Y 3 2">
            <a:extLst xmlns:a="http://schemas.openxmlformats.org/drawingml/2006/main">
              <a:ext uri="{FF2B5EF4-FFF2-40B4-BE49-F238E27FC236}">
                <a16:creationId xmlns:a16="http://schemas.microsoft.com/office/drawing/2014/main" id="{3B9C1B00-2B9F-496A-9859-6AAD11D4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1" name="Y 3 3">
            <a:extLst xmlns:a="http://schemas.openxmlformats.org/drawingml/2006/main">
              <a:ext uri="{FF2B5EF4-FFF2-40B4-BE49-F238E27FC236}">
                <a16:creationId xmlns:a16="http://schemas.microsoft.com/office/drawing/2014/main" id="{1E938A5E-25EE-496D-BB9C-F7A7ECE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2" name="Y 3 4">
            <a:extLst xmlns:a="http://schemas.openxmlformats.org/drawingml/2006/main">
              <a:ext uri="{FF2B5EF4-FFF2-40B4-BE49-F238E27FC236}">
                <a16:creationId xmlns:a16="http://schemas.microsoft.com/office/drawing/2014/main" id="{031BB240-1E67-4B5B-9312-9B600137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3" name="Y 3 5">
            <a:extLst xmlns:a="http://schemas.openxmlformats.org/drawingml/2006/main">
              <a:ext uri="{FF2B5EF4-FFF2-40B4-BE49-F238E27FC236}">
                <a16:creationId xmlns:a16="http://schemas.microsoft.com/office/drawing/2014/main" id="{6430834E-793E-417E-9977-63A93DA3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1907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4" name="Y 4 0">
            <a:extLst xmlns:a="http://schemas.openxmlformats.org/drawingml/2006/main">
              <a:ext uri="{FF2B5EF4-FFF2-40B4-BE49-F238E27FC236}">
                <a16:creationId xmlns:a16="http://schemas.microsoft.com/office/drawing/2014/main" id="{2AAEE5A5-3CA9-4B36-B780-77C5A4A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5" name="Y 4 1">
            <a:extLst xmlns:a="http://schemas.openxmlformats.org/drawingml/2006/main">
              <a:ext uri="{FF2B5EF4-FFF2-40B4-BE49-F238E27FC236}">
                <a16:creationId xmlns:a16="http://schemas.microsoft.com/office/drawing/2014/main" id="{01D019A2-DF55-4738-8A30-3E035F81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6" name="Y 4 2">
            <a:extLst xmlns:a="http://schemas.openxmlformats.org/drawingml/2006/main">
              <a:ext uri="{FF2B5EF4-FFF2-40B4-BE49-F238E27FC236}">
                <a16:creationId xmlns:a16="http://schemas.microsoft.com/office/drawing/2014/main" id="{DB7BFEF4-EE22-42DC-A2A0-CBD8CD37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7" name="Y 4 3">
            <a:extLst xmlns:a="http://schemas.openxmlformats.org/drawingml/2006/main">
              <a:ext uri="{FF2B5EF4-FFF2-40B4-BE49-F238E27FC236}">
                <a16:creationId xmlns:a16="http://schemas.microsoft.com/office/drawing/2014/main" id="{8CAD138B-02B6-4D15-96BB-4EEFB788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8" name="Y 4 4">
            <a:extLst xmlns:a="http://schemas.openxmlformats.org/drawingml/2006/main">
              <a:ext uri="{FF2B5EF4-FFF2-40B4-BE49-F238E27FC236}">
                <a16:creationId xmlns:a16="http://schemas.microsoft.com/office/drawing/2014/main" id="{C031B571-47E1-4AEC-90F2-C04E4B47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9" name="Y 4 5">
            <a:extLst xmlns:a="http://schemas.openxmlformats.org/drawingml/2006/main">
              <a:ext uri="{FF2B5EF4-FFF2-40B4-BE49-F238E27FC236}">
                <a16:creationId xmlns:a16="http://schemas.microsoft.com/office/drawing/2014/main" id="{23EF604E-F627-4143-A697-B52F4341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336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0" name="Y 5 0">
            <a:extLst xmlns:a="http://schemas.openxmlformats.org/drawingml/2006/main">
              <a:ext uri="{FF2B5EF4-FFF2-40B4-BE49-F238E27FC236}">
                <a16:creationId xmlns:a16="http://schemas.microsoft.com/office/drawing/2014/main" id="{AC1A329B-76A3-42B7-AB3C-3FE1F1FD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1" name="Y 5 1">
            <a:extLst xmlns:a="http://schemas.openxmlformats.org/drawingml/2006/main">
              <a:ext uri="{FF2B5EF4-FFF2-40B4-BE49-F238E27FC236}">
                <a16:creationId xmlns:a16="http://schemas.microsoft.com/office/drawing/2014/main" id="{0CEB5A53-EDE8-4583-A05B-03DF940C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2" name="Y 5 2">
            <a:extLst xmlns:a="http://schemas.openxmlformats.org/drawingml/2006/main">
              <a:ext uri="{FF2B5EF4-FFF2-40B4-BE49-F238E27FC236}">
                <a16:creationId xmlns:a16="http://schemas.microsoft.com/office/drawing/2014/main" id="{42C5657C-7883-4B09-8A71-0547074D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3" name="Y 5 3">
            <a:extLst xmlns:a="http://schemas.openxmlformats.org/drawingml/2006/main">
              <a:ext uri="{FF2B5EF4-FFF2-40B4-BE49-F238E27FC236}">
                <a16:creationId xmlns:a16="http://schemas.microsoft.com/office/drawing/2014/main" id="{9E92EB6E-02EA-4141-83A4-C643CCB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4" name="Y 5 4">
            <a:extLst xmlns:a="http://schemas.openxmlformats.org/drawingml/2006/main">
              <a:ext uri="{FF2B5EF4-FFF2-40B4-BE49-F238E27FC236}">
                <a16:creationId xmlns:a16="http://schemas.microsoft.com/office/drawing/2014/main" id="{46AD5FD2-3E0E-4793-B268-9A5C7443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5" name="Y 5 5">
            <a:extLst xmlns:a="http://schemas.openxmlformats.org/drawingml/2006/main">
              <a:ext uri="{FF2B5EF4-FFF2-40B4-BE49-F238E27FC236}">
                <a16:creationId xmlns:a16="http://schemas.microsoft.com/office/drawing/2014/main" id="{BA31F1AE-C59A-4143-A151-21F0B0AF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8765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6" name="Y 6 0">
            <a:extLst xmlns:a="http://schemas.openxmlformats.org/drawingml/2006/main">
              <a:ext uri="{FF2B5EF4-FFF2-40B4-BE49-F238E27FC236}">
                <a16:creationId xmlns:a16="http://schemas.microsoft.com/office/drawing/2014/main" id="{F6F7D26D-ADA4-41CC-B046-06D277A6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7" name="Y 6 1">
            <a:extLst xmlns:a="http://schemas.openxmlformats.org/drawingml/2006/main">
              <a:ext uri="{FF2B5EF4-FFF2-40B4-BE49-F238E27FC236}">
                <a16:creationId xmlns:a16="http://schemas.microsoft.com/office/drawing/2014/main" id="{52CFF7C6-9809-483B-B89F-7743E191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8" name="Y 6 2">
            <a:extLst xmlns:a="http://schemas.openxmlformats.org/drawingml/2006/main">
              <a:ext uri="{FF2B5EF4-FFF2-40B4-BE49-F238E27FC236}">
                <a16:creationId xmlns:a16="http://schemas.microsoft.com/office/drawing/2014/main" id="{15F59BE6-542D-4B60-A5A2-4EC7276B6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9" name="Y 6 3">
            <a:extLst xmlns:a="http://schemas.openxmlformats.org/drawingml/2006/main">
              <a:ext uri="{FF2B5EF4-FFF2-40B4-BE49-F238E27FC236}">
                <a16:creationId xmlns:a16="http://schemas.microsoft.com/office/drawing/2014/main" id="{27DFA518-CFC5-4FE7-97B2-AACF98A9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0" name="Y 6 4">
            <a:extLst xmlns:a="http://schemas.openxmlformats.org/drawingml/2006/main">
              <a:ext uri="{FF2B5EF4-FFF2-40B4-BE49-F238E27FC236}">
                <a16:creationId xmlns:a16="http://schemas.microsoft.com/office/drawing/2014/main" id="{98AA08AB-EE93-4DE4-876C-87006B5C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1" name="Y 6 5">
            <a:extLst xmlns:a="http://schemas.openxmlformats.org/drawingml/2006/main">
              <a:ext uri="{FF2B5EF4-FFF2-40B4-BE49-F238E27FC236}">
                <a16:creationId xmlns:a16="http://schemas.microsoft.com/office/drawing/2014/main" id="{578FA4C8-9751-40EE-9A7C-8049F72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194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2" name="Y 7 0">
            <a:extLst xmlns:a="http://schemas.openxmlformats.org/drawingml/2006/main">
              <a:ext uri="{FF2B5EF4-FFF2-40B4-BE49-F238E27FC236}">
                <a16:creationId xmlns:a16="http://schemas.microsoft.com/office/drawing/2014/main" id="{C8B09077-E3CD-423A-A784-1217AEB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3" name="Y 7 1">
            <a:extLst xmlns:a="http://schemas.openxmlformats.org/drawingml/2006/main">
              <a:ext uri="{FF2B5EF4-FFF2-40B4-BE49-F238E27FC236}">
                <a16:creationId xmlns:a16="http://schemas.microsoft.com/office/drawing/2014/main" id="{BD55A698-C47A-46D2-B8AD-D0CC50F02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4" name="Y 7 2">
            <a:extLst xmlns:a="http://schemas.openxmlformats.org/drawingml/2006/main">
              <a:ext uri="{FF2B5EF4-FFF2-40B4-BE49-F238E27FC236}">
                <a16:creationId xmlns:a16="http://schemas.microsoft.com/office/drawing/2014/main" id="{1843160F-0836-49FE-A8ED-A1FFCC51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5" name="Y 7 3">
            <a:extLst xmlns:a="http://schemas.openxmlformats.org/drawingml/2006/main">
              <a:ext uri="{FF2B5EF4-FFF2-40B4-BE49-F238E27FC236}">
                <a16:creationId xmlns:a16="http://schemas.microsoft.com/office/drawing/2014/main" id="{07B090CC-9C9C-475F-B0F8-1C6B6132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6" name="Y 7 4">
            <a:extLst xmlns:a="http://schemas.openxmlformats.org/drawingml/2006/main">
              <a:ext uri="{FF2B5EF4-FFF2-40B4-BE49-F238E27FC236}">
                <a16:creationId xmlns:a16="http://schemas.microsoft.com/office/drawing/2014/main" id="{CEFB70AA-55BE-484E-B1DE-C9569D1D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7" name="Y 7 5">
            <a:extLst xmlns:a="http://schemas.openxmlformats.org/drawingml/2006/main">
              <a:ext uri="{FF2B5EF4-FFF2-40B4-BE49-F238E27FC236}">
                <a16:creationId xmlns:a16="http://schemas.microsoft.com/office/drawing/2014/main" id="{2DDF350C-6FC5-45A0-B9E1-2E2AD0C3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6235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B8EB8C4B-A671-4C0B-A6D7-3A246E74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8600" y="2190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B18A743A-B289-4B4E-BC3C-963943EC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2190750"/>
            <a:ext cx="66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34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=</a:t>
            </a:r>
          </a:p>
        </p:txBody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6634048A-ADF0-4C93-829B-BE60C586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410075"/>
            <a:ext cx="16954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warp i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164DFEC6-AA4E-486B-84CE-3773BD06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53390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77959B2-6CAE-4C9E-88CD-4DF54F65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324350"/>
            <a:ext cx="3581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32 lane dividono il ciclo su j</a:t>
            </a:r>
          </a:p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1D36F649-9D2D-4372-87BB-659AF32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933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7682A44B-1602-4642-9AA1-A8CD525C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4410075"/>
            <a:ext cx="1695450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4288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Y[i,:]</a:t>
            </a:r>
          </a:p>
        </p:txBody>
      </p:sp>
      <p:sp>
        <p:nvSpPr>
          <p:cNvPr id="185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79A88A1D-1929-4ED1-9AC2-B688217A9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372100"/>
            <a:ext cx="101346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Il warp combina A[i,:] con tutte le colonne di X e produce Y[i,:]</a:t>
            </a:r>
          </a:p>
        </p:txBody>
      </p:sp>
    </p:spTree>
    <p:extLst>
      <p:ext uri="{BB962C8B-B14F-4D97-AF65-F5344CB8AC3E}">
        <p14:creationId xmlns:p14="http://schemas.microsoft.com/office/powerpoint/2010/main" val="12064142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Titolo">
            <a:extLst xmlns:a="http://schemas.openxmlformats.org/drawingml/2006/main">
              <a:ext uri="{FF2B5EF4-FFF2-40B4-BE49-F238E27FC236}">
                <a16:creationId xmlns:a16="http://schemas.microsoft.com/office/drawing/2014/main" id="{17B0CC40-C5B1-47BD-BB31-16715861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mapping delle lane su A e X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014D89C0-5846-4FAE-918E-D2A77D9A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E62F3-4B19-428F-81BF-03526299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82FF9-C777-4794-A7BB-A58F2E86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3434A-BE9C-4E9F-8425-BEC4842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752475"/>
            <a:ext cx="479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Riga i di A  (m_loc × n_loc)</a:t>
            </a:r>
          </a:p>
        </p:txBody>
      </p:sp>
      <p:sp>
        <p:nvSpPr>
          <p:cNvPr id="6" name="A lane 0">
            <a:extLst xmlns:a="http://schemas.openxmlformats.org/drawingml/2006/main">
              <a:ext uri="{FF2B5EF4-FFF2-40B4-BE49-F238E27FC236}">
                <a16:creationId xmlns:a16="http://schemas.microsoft.com/office/drawing/2014/main" id="{99254B99-5005-49E6-ADC2-90F19A0B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A[i,j+0]</a:t>
            </a:r>
          </a:p>
        </p:txBody>
      </p:sp>
      <p:sp>
        <p:nvSpPr>
          <p:cNvPr id="7" name="A lane 1">
            <a:extLst xmlns:a="http://schemas.openxmlformats.org/drawingml/2006/main">
              <a:ext uri="{FF2B5EF4-FFF2-40B4-BE49-F238E27FC236}">
                <a16:creationId xmlns:a16="http://schemas.microsoft.com/office/drawing/2014/main" id="{C5524913-E804-436C-9D96-140A69CB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A[i,j+1]</a:t>
            </a:r>
          </a:p>
        </p:txBody>
      </p:sp>
      <p:sp>
        <p:nvSpPr>
          <p:cNvPr id="8" name="A lane 2">
            <a:extLst xmlns:a="http://schemas.openxmlformats.org/drawingml/2006/main">
              <a:ext uri="{FF2B5EF4-FFF2-40B4-BE49-F238E27FC236}">
                <a16:creationId xmlns:a16="http://schemas.microsoft.com/office/drawing/2014/main" id="{2A85B112-463B-4FB3-B6E4-674757D1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A[i,j+2]</a:t>
            </a:r>
          </a:p>
        </p:txBody>
      </p:sp>
      <p:sp>
        <p:nvSpPr>
          <p:cNvPr id="9" name="A lane 3">
            <a:extLst xmlns:a="http://schemas.openxmlformats.org/drawingml/2006/main">
              <a:ext uri="{FF2B5EF4-FFF2-40B4-BE49-F238E27FC236}">
                <a16:creationId xmlns:a16="http://schemas.microsoft.com/office/drawing/2014/main" id="{3F3D5792-6ECE-4EE3-B2B4-60474F32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0" name="A lane 4">
            <a:extLst xmlns:a="http://schemas.openxmlformats.org/drawingml/2006/main">
              <a:ext uri="{FF2B5EF4-FFF2-40B4-BE49-F238E27FC236}">
                <a16:creationId xmlns:a16="http://schemas.microsoft.com/office/drawing/2014/main" id="{A3E8CD85-E59D-4560-98CC-CE2C78E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162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A[i,j+31]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129BB7-8E37-492D-879F-790B3B0D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4288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091DB-2F69-49AA-9740-87CD9804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A[i,j+0]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68F93-489C-48B2-B7A3-2A87CC5C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4288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339B24-6856-4EDA-B044-8C0AA395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A[i,j+1]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9193E-9A00-4ED9-BCC0-5B65136C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55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4288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5E580-C6C9-40EE-BE91-9460C07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193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A[i,j+2]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8CC0E-40A3-481C-81B6-DE2233C8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F6728-8269-466E-97D4-99EB56D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0050" y="1943100"/>
            <a:ext cx="70485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4288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31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68069-5FC8-46BE-AD94-979AB357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40030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legge</a:t>
            </a:r>
          </a:p>
          <a:p xmlns:a="http://schemas.openxmlformats.org/drawingml/2006/main">
            <a:pPr algn="ctr">
              <a:defRPr sz="97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A[i,j+31]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5DC4E-6B37-4581-B3CF-98E5E5A7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38576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F32582-1FBD-4457-98B7-C12EDFAE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200400"/>
            <a:ext cx="3476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il warp avanza su j a blocchi di 32 elementi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E4EB3-9A60-4E10-823F-22869961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3495675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6B7280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6B7280"/>
                </a:solidFill>
                <a:latin typeface="Cambria Math"/>
                <a:ea typeface="Cambria Math"/>
                <a:cs typeface="Cambria Math"/>
              </a:rPr>
              <a:t>iterazione successiva: j = j + 32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A4C1B-9E61-4B35-9AF7-DC85CF2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2275" y="752475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Matrice X  (n_loc × k), column-major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A2E9D0-BD8B-4FBB-A177-9047223E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c =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CD8507-219D-492B-920F-D77F432A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c = 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6D4D6A-0D77-4D92-97C7-8C8D9622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 =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8C518-5040-4B41-BDA7-DC23C1B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1076325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B7C7D9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0328AE-414A-4AD4-98C0-64779AEE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4097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row j+0</a:t>
            </a:r>
          </a:p>
        </p:txBody>
      </p:sp>
      <p:sp>
        <p:nvSpPr>
          <p:cNvPr id="29" name="X mapping 0 0">
            <a:extLst xmlns:a="http://schemas.openxmlformats.org/drawingml/2006/main">
              <a:ext uri="{FF2B5EF4-FFF2-40B4-BE49-F238E27FC236}">
                <a16:creationId xmlns:a16="http://schemas.microsoft.com/office/drawing/2014/main" id="{BDFCA1E7-C458-4A5B-B6D0-F3C8CF01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X[j+0,0]</a:t>
            </a:r>
          </a:p>
        </p:txBody>
      </p:sp>
      <p:sp>
        <p:nvSpPr>
          <p:cNvPr id="30" name="X mapping 0 1">
            <a:extLst xmlns:a="http://schemas.openxmlformats.org/drawingml/2006/main">
              <a:ext uri="{FF2B5EF4-FFF2-40B4-BE49-F238E27FC236}">
                <a16:creationId xmlns:a16="http://schemas.microsoft.com/office/drawing/2014/main" id="{F290E343-93AB-4939-BF94-FE338A45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X[j+0,1]</a:t>
            </a:r>
          </a:p>
        </p:txBody>
      </p:sp>
      <p:sp>
        <p:nvSpPr>
          <p:cNvPr id="31" name="X mapping 0 2">
            <a:extLst xmlns:a="http://schemas.openxmlformats.org/drawingml/2006/main">
              <a:ext uri="{FF2B5EF4-FFF2-40B4-BE49-F238E27FC236}">
                <a16:creationId xmlns:a16="http://schemas.microsoft.com/office/drawing/2014/main" id="{3F7EA242-A370-4D4C-9FAD-F887106D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X[j+0,2]</a:t>
            </a:r>
          </a:p>
        </p:txBody>
      </p:sp>
      <p:sp>
        <p:nvSpPr>
          <p:cNvPr id="32" name="X mapping 0 3">
            <a:extLst xmlns:a="http://schemas.openxmlformats.org/drawingml/2006/main">
              <a:ext uri="{FF2B5EF4-FFF2-40B4-BE49-F238E27FC236}">
                <a16:creationId xmlns:a16="http://schemas.microsoft.com/office/drawing/2014/main" id="{22D218AA-ED8F-477D-BC2E-45961493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4097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FACCE6-2D41-4678-B424-BA22C556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8478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row j+1</a:t>
            </a:r>
          </a:p>
        </p:txBody>
      </p:sp>
      <p:sp>
        <p:nvSpPr>
          <p:cNvPr id="34" name="X mapping 1 0">
            <a:extLst xmlns:a="http://schemas.openxmlformats.org/drawingml/2006/main">
              <a:ext uri="{FF2B5EF4-FFF2-40B4-BE49-F238E27FC236}">
                <a16:creationId xmlns:a16="http://schemas.microsoft.com/office/drawing/2014/main" id="{3CFCE96B-0E09-4883-8E92-B85A1AE50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X[j+1,0]</a:t>
            </a:r>
          </a:p>
        </p:txBody>
      </p:sp>
      <p:sp>
        <p:nvSpPr>
          <p:cNvPr id="35" name="X mapping 1 1">
            <a:extLst xmlns:a="http://schemas.openxmlformats.org/drawingml/2006/main">
              <a:ext uri="{FF2B5EF4-FFF2-40B4-BE49-F238E27FC236}">
                <a16:creationId xmlns:a16="http://schemas.microsoft.com/office/drawing/2014/main" id="{AFBFA776-460F-4267-A8D2-ADC1D952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X[j+1,1]</a:t>
            </a:r>
          </a:p>
        </p:txBody>
      </p:sp>
      <p:sp>
        <p:nvSpPr>
          <p:cNvPr id="36" name="X mapping 1 2">
            <a:extLst xmlns:a="http://schemas.openxmlformats.org/drawingml/2006/main">
              <a:ext uri="{FF2B5EF4-FFF2-40B4-BE49-F238E27FC236}">
                <a16:creationId xmlns:a16="http://schemas.microsoft.com/office/drawing/2014/main" id="{AF70A841-FD9A-46F5-9866-F9764B9C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X[j+1,2]</a:t>
            </a:r>
          </a:p>
        </p:txBody>
      </p:sp>
      <p:sp>
        <p:nvSpPr>
          <p:cNvPr id="37" name="X mapping 1 3">
            <a:extLst xmlns:a="http://schemas.openxmlformats.org/drawingml/2006/main">
              <a:ext uri="{FF2B5EF4-FFF2-40B4-BE49-F238E27FC236}">
                <a16:creationId xmlns:a16="http://schemas.microsoft.com/office/drawing/2014/main" id="{8943D13F-D6EA-450C-8164-E4B1733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478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12F6F-9111-4930-BC86-B402180B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2860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row j+2</a:t>
            </a:r>
          </a:p>
        </p:txBody>
      </p:sp>
      <p:sp>
        <p:nvSpPr>
          <p:cNvPr id="39" name="X mapping 2 0">
            <a:extLst xmlns:a="http://schemas.openxmlformats.org/drawingml/2006/main">
              <a:ext uri="{FF2B5EF4-FFF2-40B4-BE49-F238E27FC236}">
                <a16:creationId xmlns:a16="http://schemas.microsoft.com/office/drawing/2014/main" id="{E7E5545A-541D-4475-B939-B7A6BA98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X[j+2,0]</a:t>
            </a:r>
          </a:p>
        </p:txBody>
      </p:sp>
      <p:sp>
        <p:nvSpPr>
          <p:cNvPr id="40" name="X mapping 2 1">
            <a:extLst xmlns:a="http://schemas.openxmlformats.org/drawingml/2006/main">
              <a:ext uri="{FF2B5EF4-FFF2-40B4-BE49-F238E27FC236}">
                <a16:creationId xmlns:a16="http://schemas.microsoft.com/office/drawing/2014/main" id="{2F75E2BD-046A-41DD-BA60-DDE910A3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X[j+2,1]</a:t>
            </a:r>
          </a:p>
        </p:txBody>
      </p:sp>
      <p:sp>
        <p:nvSpPr>
          <p:cNvPr id="41" name="X mapping 2 2">
            <a:extLst xmlns:a="http://schemas.openxmlformats.org/drawingml/2006/main">
              <a:ext uri="{FF2B5EF4-FFF2-40B4-BE49-F238E27FC236}">
                <a16:creationId xmlns:a16="http://schemas.microsoft.com/office/drawing/2014/main" id="{73CE684A-FB69-4473-B9CB-16EEC20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X[j+2,2]</a:t>
            </a:r>
          </a:p>
        </p:txBody>
      </p:sp>
      <p:sp>
        <p:nvSpPr>
          <p:cNvPr id="42" name="X mapping 2 3">
            <a:extLst xmlns:a="http://schemas.openxmlformats.org/drawingml/2006/main">
              <a:ext uri="{FF2B5EF4-FFF2-40B4-BE49-F238E27FC236}">
                <a16:creationId xmlns:a16="http://schemas.microsoft.com/office/drawing/2014/main" id="{1A41F22A-4119-4829-A5FD-A12201C0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860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F8CF43-B4EA-4D40-9F74-836547A1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7241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B7C7D9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B7C7D9"/>
                </a:solidFill>
                <a:latin typeface="Aptos"/>
                <a:ea typeface="Aptos"/>
                <a:cs typeface="Aptos"/>
              </a:rPr>
              <a:t>row j+3</a:t>
            </a:r>
          </a:p>
        </p:txBody>
      </p:sp>
      <p:sp>
        <p:nvSpPr>
          <p:cNvPr id="44" name="X mapping 3 0">
            <a:extLst xmlns:a="http://schemas.openxmlformats.org/drawingml/2006/main">
              <a:ext uri="{FF2B5EF4-FFF2-40B4-BE49-F238E27FC236}">
                <a16:creationId xmlns:a16="http://schemas.microsoft.com/office/drawing/2014/main" id="{3BB737B7-00D2-485D-BBC4-FBDC4C85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X[j+3,0]</a:t>
            </a:r>
          </a:p>
        </p:txBody>
      </p:sp>
      <p:sp>
        <p:nvSpPr>
          <p:cNvPr id="45" name="X mapping 3 1">
            <a:extLst xmlns:a="http://schemas.openxmlformats.org/drawingml/2006/main">
              <a:ext uri="{FF2B5EF4-FFF2-40B4-BE49-F238E27FC236}">
                <a16:creationId xmlns:a16="http://schemas.microsoft.com/office/drawing/2014/main" id="{249AA82D-9D02-4E90-9984-DF1D0656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X[j+3,1]</a:t>
            </a:r>
          </a:p>
        </p:txBody>
      </p:sp>
      <p:sp>
        <p:nvSpPr>
          <p:cNvPr id="46" name="X mapping 3 2">
            <a:extLst xmlns:a="http://schemas.openxmlformats.org/drawingml/2006/main">
              <a:ext uri="{FF2B5EF4-FFF2-40B4-BE49-F238E27FC236}">
                <a16:creationId xmlns:a16="http://schemas.microsoft.com/office/drawing/2014/main" id="{C0250CEA-158D-4780-AC02-5EACCC09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X[j+3,2]</a:t>
            </a:r>
          </a:p>
        </p:txBody>
      </p:sp>
      <p:sp>
        <p:nvSpPr>
          <p:cNvPr id="47" name="X mapping 3 3">
            <a:extLst xmlns:a="http://schemas.openxmlformats.org/drawingml/2006/main">
              <a:ext uri="{FF2B5EF4-FFF2-40B4-BE49-F238E27FC236}">
                <a16:creationId xmlns:a16="http://schemas.microsoft.com/office/drawing/2014/main" id="{E9911A47-DD6F-4755-B55A-1E2B37CA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241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09C4113-D897-44D1-8218-16D78E2D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1623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49" name="X mapping 4 0">
            <a:extLst xmlns:a="http://schemas.openxmlformats.org/drawingml/2006/main">
              <a:ext uri="{FF2B5EF4-FFF2-40B4-BE49-F238E27FC236}">
                <a16:creationId xmlns:a16="http://schemas.microsoft.com/office/drawing/2014/main" id="{7785761F-50E9-49FE-AD55-749A2ED6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0" name="X mapping 4 1">
            <a:extLst xmlns:a="http://schemas.openxmlformats.org/drawingml/2006/main">
              <a:ext uri="{FF2B5EF4-FFF2-40B4-BE49-F238E27FC236}">
                <a16:creationId xmlns:a16="http://schemas.microsoft.com/office/drawing/2014/main" id="{AE16BEBB-656B-4F34-8DCC-987EC333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1" name="X mapping 4 2">
            <a:extLst xmlns:a="http://schemas.openxmlformats.org/drawingml/2006/main">
              <a:ext uri="{FF2B5EF4-FFF2-40B4-BE49-F238E27FC236}">
                <a16:creationId xmlns:a16="http://schemas.microsoft.com/office/drawing/2014/main" id="{A4C55FDD-349C-4968-9989-1774D30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2" name="X mapping 4 3">
            <a:extLst xmlns:a="http://schemas.openxmlformats.org/drawingml/2006/main">
              <a:ext uri="{FF2B5EF4-FFF2-40B4-BE49-F238E27FC236}">
                <a16:creationId xmlns:a16="http://schemas.microsoft.com/office/drawing/2014/main" id="{8874D231-34E0-4E98-A14A-0C1BDE4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16230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3EACB29-4F07-449C-9A78-9156A6DD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60045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row n_loc−1</a:t>
            </a:r>
          </a:p>
        </p:txBody>
      </p:sp>
      <p:sp>
        <p:nvSpPr>
          <p:cNvPr id="54" name="X mapping 5 0">
            <a:extLst xmlns:a="http://schemas.openxmlformats.org/drawingml/2006/main">
              <a:ext uri="{FF2B5EF4-FFF2-40B4-BE49-F238E27FC236}">
                <a16:creationId xmlns:a16="http://schemas.microsoft.com/office/drawing/2014/main" id="{4EEB91BA-556E-4A66-B439-38B4384A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X[n_loc−1,0]</a:t>
            </a:r>
          </a:p>
        </p:txBody>
      </p:sp>
      <p:sp>
        <p:nvSpPr>
          <p:cNvPr id="55" name="X mapping 5 1">
            <a:extLst xmlns:a="http://schemas.openxmlformats.org/drawingml/2006/main">
              <a:ext uri="{FF2B5EF4-FFF2-40B4-BE49-F238E27FC236}">
                <a16:creationId xmlns:a16="http://schemas.microsoft.com/office/drawing/2014/main" id="{316E988D-64C0-471D-8FBE-48230F1E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X[n_loc−1,1]</a:t>
            </a:r>
          </a:p>
        </p:txBody>
      </p:sp>
      <p:sp>
        <p:nvSpPr>
          <p:cNvPr id="56" name="X mapping 5 2">
            <a:extLst xmlns:a="http://schemas.openxmlformats.org/drawingml/2006/main">
              <a:ext uri="{FF2B5EF4-FFF2-40B4-BE49-F238E27FC236}">
                <a16:creationId xmlns:a16="http://schemas.microsoft.com/office/drawing/2014/main" id="{E92E2093-5900-4BD6-8F3D-F853BFE8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X[n_loc−1,2]</a:t>
            </a:r>
          </a:p>
        </p:txBody>
      </p:sp>
      <p:sp>
        <p:nvSpPr>
          <p:cNvPr id="57" name="X mapping 5 3">
            <a:extLst xmlns:a="http://schemas.openxmlformats.org/drawingml/2006/main">
              <a:ext uri="{FF2B5EF4-FFF2-40B4-BE49-F238E27FC236}">
                <a16:creationId xmlns:a16="http://schemas.microsoft.com/office/drawing/2014/main" id="{138281BC-D44A-4139-B7E2-5FEB9B88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00450"/>
            <a:ext cx="838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578097-0BDC-43F3-88DE-8C985535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1466850"/>
            <a:ext cx="171450" cy="2533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CA8EBF-D139-47EF-95CA-47EAB477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2038350"/>
            <a:ext cx="704850" cy="742950"/>
          </a:xfrm>
          <a:prstGeom xmlns:a="http://schemas.openxmlformats.org/drawingml/2006/main" prst="roundRect">
            <a:avLst>
              <a:gd name="adj" fmla="val 9459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c varia lungo</a:t>
            </a:r>
          </a:p>
          <a:p xmlns:a="http://schemas.openxmlformats.org/drawingml/2006/main">
            <a:pPr algn="ctr">
              <a:defRPr sz="10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le colonne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091B52-9BB2-4407-9AFD-DF76BAEC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124325"/>
            <a:ext cx="5867400" cy="638175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12383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 i="1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acc[c] += A[i,j + lane] × X[j + lane,c]</a:t>
            </a:r>
          </a:p>
        </p:txBody>
      </p:sp>
      <p:sp>
        <p:nvSpPr>
          <p:cNvPr id="61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6E522193-5F60-47FA-BCDD-3FE25F17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5286375"/>
            <a:ext cx="112109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lane elabora una posizione della riga di A e la riga logica corrispondente di X</a:t>
            </a:r>
          </a:p>
        </p:txBody>
      </p:sp>
    </p:spTree>
    <p:extLst>
      <p:ext uri="{BB962C8B-B14F-4D97-AF65-F5344CB8AC3E}">
        <p14:creationId xmlns:p14="http://schemas.microsoft.com/office/powerpoint/2010/main" val="973976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olo">
            <a:extLst xmlns:a="http://schemas.openxmlformats.org/drawingml/2006/main">
              <a:ext uri="{FF2B5EF4-FFF2-40B4-BE49-F238E27FC236}">
                <a16:creationId xmlns:a16="http://schemas.microsoft.com/office/drawing/2014/main" id="{DF8493C5-DBDA-43BB-B3FA-07FA7BEF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ordine dei cicli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483C89CE-2214-4879-97B4-4A9B492E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A175D-D0DA-41CF-A224-9E9ACFCC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55318-67E9-4796-8FF5-2384441BC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02024-1035-4890-B778-C20E02BB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800100"/>
            <a:ext cx="2857500" cy="352425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Ciclo esterno sulla posizione j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AD1AB-1770-4435-8D41-A9A989B8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" y="1257300"/>
            <a:ext cx="1676400" cy="409575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j += 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E12D6-3F12-44D2-A533-CCDDD20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1495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70ED1-F83A-4265-818A-8EA16E3C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1285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A[i, ℓ]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1CEC0-EF28-4A30-BD38-96617DA9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371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10" name="Ciclo 0 col 0">
            <a:extLst xmlns:a="http://schemas.openxmlformats.org/drawingml/2006/main">
              <a:ext uri="{FF2B5EF4-FFF2-40B4-BE49-F238E27FC236}">
                <a16:creationId xmlns:a16="http://schemas.microsoft.com/office/drawing/2014/main" id="{56A52BCA-FAE8-4254-91E7-241CB6AA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X[j,0]</a:t>
            </a:r>
          </a:p>
        </p:txBody>
      </p:sp>
      <p:sp>
        <p:nvSpPr>
          <p:cNvPr id="11" name="Ciclo 0 col 1">
            <a:extLst xmlns:a="http://schemas.openxmlformats.org/drawingml/2006/main">
              <a:ext uri="{FF2B5EF4-FFF2-40B4-BE49-F238E27FC236}">
                <a16:creationId xmlns:a16="http://schemas.microsoft.com/office/drawing/2014/main" id="{FD5797B4-E2DA-49EA-BB40-BF7D198D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X[j,1]</a:t>
            </a:r>
          </a:p>
        </p:txBody>
      </p:sp>
      <p:sp>
        <p:nvSpPr>
          <p:cNvPr id="12" name="Ciclo 0 col 2">
            <a:extLst xmlns:a="http://schemas.openxmlformats.org/drawingml/2006/main">
              <a:ext uri="{FF2B5EF4-FFF2-40B4-BE49-F238E27FC236}">
                <a16:creationId xmlns:a16="http://schemas.microsoft.com/office/drawing/2014/main" id="{EAF475C8-8F7C-49DB-AF77-EFD0800F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3" name="Ciclo 0 col 3">
            <a:extLst xmlns:a="http://schemas.openxmlformats.org/drawingml/2006/main">
              <a:ext uri="{FF2B5EF4-FFF2-40B4-BE49-F238E27FC236}">
                <a16:creationId xmlns:a16="http://schemas.microsoft.com/office/drawing/2014/main" id="{886BF114-8792-458F-95C6-979AB7F4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X[j,k−2]</a:t>
            </a:r>
          </a:p>
        </p:txBody>
      </p:sp>
      <p:sp>
        <p:nvSpPr>
          <p:cNvPr id="14" name="Ciclo 0 col 4">
            <a:extLst xmlns:a="http://schemas.openxmlformats.org/drawingml/2006/main">
              <a:ext uri="{FF2B5EF4-FFF2-40B4-BE49-F238E27FC236}">
                <a16:creationId xmlns:a16="http://schemas.microsoft.com/office/drawing/2014/main" id="{69CEF877-CF55-4A6A-AABC-EBCAFD7A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1343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60B27-0B0C-43FE-89C1-3A822254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47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63E7E-6AA1-4564-AB29-82A1D8A7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790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ciclo interno su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51292E-8284-4690-92D2-97C00931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3019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72C8BE-D37D-4B7B-B14E-D1C2537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809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A[i, ℓ + 32]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9F24C-638B-4BA3-A080-698D518E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2895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0" name="Ciclo 1 col 0">
            <a:extLst xmlns:a="http://schemas.openxmlformats.org/drawingml/2006/main">
              <a:ext uri="{FF2B5EF4-FFF2-40B4-BE49-F238E27FC236}">
                <a16:creationId xmlns:a16="http://schemas.microsoft.com/office/drawing/2014/main" id="{DFEA632B-A63E-4CF4-BFDB-08201409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X[j,0]</a:t>
            </a:r>
          </a:p>
        </p:txBody>
      </p:sp>
      <p:sp>
        <p:nvSpPr>
          <p:cNvPr id="21" name="Ciclo 1 col 1">
            <a:extLst xmlns:a="http://schemas.openxmlformats.org/drawingml/2006/main">
              <a:ext uri="{FF2B5EF4-FFF2-40B4-BE49-F238E27FC236}">
                <a16:creationId xmlns:a16="http://schemas.microsoft.com/office/drawing/2014/main" id="{53295D3C-17DA-4476-A08A-FB405E46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X[j,1]</a:t>
            </a:r>
          </a:p>
        </p:txBody>
      </p:sp>
      <p:sp>
        <p:nvSpPr>
          <p:cNvPr id="22" name="Ciclo 1 col 2">
            <a:extLst xmlns:a="http://schemas.openxmlformats.org/drawingml/2006/main">
              <a:ext uri="{FF2B5EF4-FFF2-40B4-BE49-F238E27FC236}">
                <a16:creationId xmlns:a16="http://schemas.microsoft.com/office/drawing/2014/main" id="{FF848CF3-CC73-4F7F-B205-DCD0BD13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3" name="Ciclo 1 col 3">
            <a:extLst xmlns:a="http://schemas.openxmlformats.org/drawingml/2006/main">
              <a:ext uri="{FF2B5EF4-FFF2-40B4-BE49-F238E27FC236}">
                <a16:creationId xmlns:a16="http://schemas.microsoft.com/office/drawing/2014/main" id="{00182E77-8292-419A-B887-C02AEC9C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X[j,k−2]</a:t>
            </a:r>
          </a:p>
        </p:txBody>
      </p:sp>
      <p:sp>
        <p:nvSpPr>
          <p:cNvPr id="24" name="Ciclo 1 col 4">
            <a:extLst xmlns:a="http://schemas.openxmlformats.org/drawingml/2006/main">
              <a:ext uri="{FF2B5EF4-FFF2-40B4-BE49-F238E27FC236}">
                <a16:creationId xmlns:a16="http://schemas.microsoft.com/office/drawing/2014/main" id="{581BDD5A-619B-4DD3-B655-96C77C2E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67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X[j,k−1]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10CB15-5BCE-417C-A919-62D0F7C0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6226E4-243E-4905-A803-CF8C11F8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2314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ciclo interno su 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3EE575-5E00-4518-A1CE-E7CCB1DF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0" y="4543425"/>
            <a:ext cx="43815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80ED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E5F583-4D83-4B13-9EE6-598F9922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333875"/>
            <a:ext cx="1571625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A[i, ℓ + 64]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AB5D69-D2A1-4DF8-A904-586650E6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419600"/>
            <a:ext cx="45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30" name="Ciclo 2 col 0">
            <a:extLst xmlns:a="http://schemas.openxmlformats.org/drawingml/2006/main">
              <a:ext uri="{FF2B5EF4-FFF2-40B4-BE49-F238E27FC236}">
                <a16:creationId xmlns:a16="http://schemas.microsoft.com/office/drawing/2014/main" id="{68F0A9FE-0858-4679-B2D1-15FDF4EF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X[j,0]</a:t>
            </a:r>
          </a:p>
        </p:txBody>
      </p:sp>
      <p:sp>
        <p:nvSpPr>
          <p:cNvPr id="31" name="Ciclo 2 col 1">
            <a:extLst xmlns:a="http://schemas.openxmlformats.org/drawingml/2006/main">
              <a:ext uri="{FF2B5EF4-FFF2-40B4-BE49-F238E27FC236}">
                <a16:creationId xmlns:a16="http://schemas.microsoft.com/office/drawing/2014/main" id="{2F0C4634-D4E2-421B-AEA1-8B0DBC78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X[j,1]</a:t>
            </a:r>
          </a:p>
        </p:txBody>
      </p:sp>
      <p:sp>
        <p:nvSpPr>
          <p:cNvPr id="32" name="Ciclo 2 col 2">
            <a:extLst xmlns:a="http://schemas.openxmlformats.org/drawingml/2006/main">
              <a:ext uri="{FF2B5EF4-FFF2-40B4-BE49-F238E27FC236}">
                <a16:creationId xmlns:a16="http://schemas.microsoft.com/office/drawing/2014/main" id="{2D80E4D3-0188-4555-9BB4-E516BDDA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3" name="Ciclo 2 col 3">
            <a:extLst xmlns:a="http://schemas.openxmlformats.org/drawingml/2006/main">
              <a:ext uri="{FF2B5EF4-FFF2-40B4-BE49-F238E27FC236}">
                <a16:creationId xmlns:a16="http://schemas.microsoft.com/office/drawing/2014/main" id="{0326C2B7-3DAA-4ECD-A80E-33DD6410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X[j,k−2]</a:t>
            </a:r>
          </a:p>
        </p:txBody>
      </p:sp>
      <p:sp>
        <p:nvSpPr>
          <p:cNvPr id="34" name="Ciclo 2 col 4">
            <a:extLst xmlns:a="http://schemas.openxmlformats.org/drawingml/2006/main">
              <a:ext uri="{FF2B5EF4-FFF2-40B4-BE49-F238E27FC236}">
                <a16:creationId xmlns:a16="http://schemas.microsoft.com/office/drawing/2014/main" id="{FDE75685-3323-4820-A9FA-D0444831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91025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X[j,k−1]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EB93B4A-58A6-44F2-8095-A05E2F00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4876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0545F2-B805-4A4F-B88F-7BDC8FEF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8385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ciclo interno su 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855E18-69F5-4861-8B59-D7BF9C76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6217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A37205-E29E-40AE-AC6F-19C03EB4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8617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1E07379-E114-48A3-9993-3F2C5591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" y="5467350"/>
            <a:ext cx="11191875" cy="476250"/>
          </a:xfrm>
          <a:prstGeom xmlns:a="http://schemas.openxmlformats.org/drawingml/2006/main" prst="roundRect">
            <a:avLst>
              <a:gd name="adj" fmla="val 1400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 lane riusa lo stesso A[i,j] per aggiornare tutti i k accumulatori prima di passare al proprio j successivo</a:t>
            </a:r>
          </a:p>
        </p:txBody>
      </p:sp>
      <p:sp>
        <p:nvSpPr>
          <p:cNvPr id="40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743572F8-E098-48C3-A7C1-D679D1F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6038850"/>
            <a:ext cx="98679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Il ciclo su c varia più velocemente; il ciclo su j distribuisce il lavoro fra le lane</a:t>
            </a:r>
          </a:p>
        </p:txBody>
      </p:sp>
    </p:spTree>
    <p:extLst>
      <p:ext uri="{BB962C8B-B14F-4D97-AF65-F5344CB8AC3E}">
        <p14:creationId xmlns:p14="http://schemas.microsoft.com/office/powerpoint/2010/main" val="12190856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itolo">
            <a:extLst xmlns:a="http://schemas.openxmlformats.org/drawingml/2006/main">
              <a:ext uri="{FF2B5EF4-FFF2-40B4-BE49-F238E27FC236}">
                <a16:creationId xmlns:a16="http://schemas.microsoft.com/office/drawing/2014/main" id="{5F7C1BD9-D48A-44E9-BC76-DC28041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accumulatori privati per lane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3AD53ED9-4B78-4EF0-953A-C7E21EFB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4462B-B92B-4C26-B4B6-2B033CA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F51D9-A0CC-4B50-937C-2C81EB14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31BA36-DD82-48D5-94EF-8C45736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742950"/>
            <a:ext cx="781050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lane accumula k somme parziali nei registri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4FF19-13B2-446A-92C7-399247B5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1381125"/>
            <a:ext cx="13811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 i="1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A[i,j]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7357C-53EE-480B-AD5E-A7087BF9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526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riusato k volte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805D5-EB22-4FBF-B461-62EEC358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13906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27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9" name="Vettore X 0">
            <a:extLst xmlns:a="http://schemas.openxmlformats.org/drawingml/2006/main">
              <a:ext uri="{FF2B5EF4-FFF2-40B4-BE49-F238E27FC236}">
                <a16:creationId xmlns:a16="http://schemas.microsoft.com/office/drawing/2014/main" id="{56E5771C-0029-4EB6-893A-161D7E48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X[j,0]</a:t>
            </a:r>
          </a:p>
        </p:txBody>
      </p:sp>
      <p:sp>
        <p:nvSpPr>
          <p:cNvPr id="10" name="Vettore X 1">
            <a:extLst xmlns:a="http://schemas.openxmlformats.org/drawingml/2006/main">
              <a:ext uri="{FF2B5EF4-FFF2-40B4-BE49-F238E27FC236}">
                <a16:creationId xmlns:a16="http://schemas.microsoft.com/office/drawing/2014/main" id="{06E6AE13-CE78-49D3-83C3-0D92CA0A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X[j,1]</a:t>
            </a:r>
          </a:p>
        </p:txBody>
      </p:sp>
      <p:sp>
        <p:nvSpPr>
          <p:cNvPr id="11" name="Vettore X 2">
            <a:extLst xmlns:a="http://schemas.openxmlformats.org/drawingml/2006/main">
              <a:ext uri="{FF2B5EF4-FFF2-40B4-BE49-F238E27FC236}">
                <a16:creationId xmlns:a16="http://schemas.microsoft.com/office/drawing/2014/main" id="{ADC4F87D-FEE9-4BD3-8B26-61687DB7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12" name="Vettore X 3">
            <a:extLst xmlns:a="http://schemas.openxmlformats.org/drawingml/2006/main">
              <a:ext uri="{FF2B5EF4-FFF2-40B4-BE49-F238E27FC236}">
                <a16:creationId xmlns:a16="http://schemas.microsoft.com/office/drawing/2014/main" id="{09CBF387-99B5-4ABD-8533-BF4EB5B9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X[j,k−2]</a:t>
            </a:r>
          </a:p>
        </p:txBody>
      </p:sp>
      <p:sp>
        <p:nvSpPr>
          <p:cNvPr id="13" name="Vettore X 4">
            <a:extLst xmlns:a="http://schemas.openxmlformats.org/drawingml/2006/main">
              <a:ext uri="{FF2B5EF4-FFF2-40B4-BE49-F238E27FC236}">
                <a16:creationId xmlns:a16="http://schemas.microsoft.com/office/drawing/2014/main" id="{81CB47D7-29E5-471F-B761-885F5B16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71600"/>
            <a:ext cx="1333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X[j,k−1]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29818-FF34-40EF-B3A3-C3FD473F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85975"/>
            <a:ext cx="65722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6C499-8A73-434C-AEC3-EF8DBFF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22764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k aggiornamenti FMA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92364-95B1-4CBF-BA32-9F14E9D0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7908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F80ED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F80ED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17" name="lane 0 acc[0]">
            <a:extLst xmlns:a="http://schemas.openxmlformats.org/drawingml/2006/main">
              <a:ext uri="{FF2B5EF4-FFF2-40B4-BE49-F238E27FC236}">
                <a16:creationId xmlns:a16="http://schemas.microsoft.com/office/drawing/2014/main" id="{04472F97-8894-4C16-B17C-C01C1BDD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18" name="lane 0 acc[1]">
            <a:extLst xmlns:a="http://schemas.openxmlformats.org/drawingml/2006/main">
              <a:ext uri="{FF2B5EF4-FFF2-40B4-BE49-F238E27FC236}">
                <a16:creationId xmlns:a16="http://schemas.microsoft.com/office/drawing/2014/main" id="{9E4839F6-E609-442A-BB86-4ED079EC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19" name="lane 0 …">
            <a:extLst xmlns:a="http://schemas.openxmlformats.org/drawingml/2006/main">
              <a:ext uri="{FF2B5EF4-FFF2-40B4-BE49-F238E27FC236}">
                <a16:creationId xmlns:a16="http://schemas.microsoft.com/office/drawing/2014/main" id="{0D11ABB5-756A-4937-A4CF-042CAA8D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0" name="lane 0 acc[k−1]">
            <a:extLst xmlns:a="http://schemas.openxmlformats.org/drawingml/2006/main">
              <a:ext uri="{FF2B5EF4-FFF2-40B4-BE49-F238E27FC236}">
                <a16:creationId xmlns:a16="http://schemas.microsoft.com/office/drawing/2014/main" id="{9EFDFD2F-C5FD-4B5E-B64F-9B4C1D4D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71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5CAA6D-4BF6-4ED2-BB8B-189EBDC5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2480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22" name="lane 1 acc[0]">
            <a:extLst xmlns:a="http://schemas.openxmlformats.org/drawingml/2006/main">
              <a:ext uri="{FF2B5EF4-FFF2-40B4-BE49-F238E27FC236}">
                <a16:creationId xmlns:a16="http://schemas.microsoft.com/office/drawing/2014/main" id="{7DCB9CDD-07E3-4065-A103-1DCC9F8E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23" name="lane 1 acc[1]">
            <a:extLst xmlns:a="http://schemas.openxmlformats.org/drawingml/2006/main">
              <a:ext uri="{FF2B5EF4-FFF2-40B4-BE49-F238E27FC236}">
                <a16:creationId xmlns:a16="http://schemas.microsoft.com/office/drawing/2014/main" id="{B5721A34-96EF-4428-BCBB-1712DD74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24" name="lane 1 …">
            <a:extLst xmlns:a="http://schemas.openxmlformats.org/drawingml/2006/main">
              <a:ext uri="{FF2B5EF4-FFF2-40B4-BE49-F238E27FC236}">
                <a16:creationId xmlns:a16="http://schemas.microsoft.com/office/drawing/2014/main" id="{3DC90062-97AB-4854-8F49-DAA233B1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5" name="lane 1 acc[k−1]">
            <a:extLst xmlns:a="http://schemas.openxmlformats.org/drawingml/2006/main">
              <a:ext uri="{FF2B5EF4-FFF2-40B4-BE49-F238E27FC236}">
                <a16:creationId xmlns:a16="http://schemas.microsoft.com/office/drawing/2014/main" id="{D26CB46E-1D75-467A-B120-1A9EA5E3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289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5FF606-3D51-4A88-83F2-32FD9D1E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7052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2994A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F2994A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27" name="lane 2 acc[0]">
            <a:extLst xmlns:a="http://schemas.openxmlformats.org/drawingml/2006/main">
              <a:ext uri="{FF2B5EF4-FFF2-40B4-BE49-F238E27FC236}">
                <a16:creationId xmlns:a16="http://schemas.microsoft.com/office/drawing/2014/main" id="{C1E93CD8-3689-4376-9521-12251868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28" name="lane 2 acc[1]">
            <a:extLst xmlns:a="http://schemas.openxmlformats.org/drawingml/2006/main">
              <a:ext uri="{FF2B5EF4-FFF2-40B4-BE49-F238E27FC236}">
                <a16:creationId xmlns:a16="http://schemas.microsoft.com/office/drawing/2014/main" id="{EEBA722B-9359-4470-9EEA-CE216A10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29" name="lane 2 …">
            <a:extLst xmlns:a="http://schemas.openxmlformats.org/drawingml/2006/main">
              <a:ext uri="{FF2B5EF4-FFF2-40B4-BE49-F238E27FC236}">
                <a16:creationId xmlns:a16="http://schemas.microsoft.com/office/drawing/2014/main" id="{8C5F0C20-3D35-40F3-B741-6159950B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0" name="lane 2 acc[k−1]">
            <a:extLst xmlns:a="http://schemas.openxmlformats.org/drawingml/2006/main">
              <a:ext uri="{FF2B5EF4-FFF2-40B4-BE49-F238E27FC236}">
                <a16:creationId xmlns:a16="http://schemas.microsoft.com/office/drawing/2014/main" id="{8FDBF700-B7F5-4DB0-AB25-44D52C0F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861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9D3"/>
          </a:solidFill>
          <a:ln xmlns:a="http://schemas.openxmlformats.org/drawingml/2006/main" w="11430">
            <a:solidFill>
              <a:srgbClr val="F2994A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1D16F1-7275-436C-95F3-26EF0160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1624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EB5757"/>
                </a:solidFill>
                <a:latin typeface="Aptos"/>
                <a:ea typeface="Aptos"/>
                <a:cs typeface="Aptos"/>
              </a:rPr>
              <a:t>lane 3</a:t>
            </a:r>
          </a:p>
        </p:txBody>
      </p:sp>
      <p:sp>
        <p:nvSpPr>
          <p:cNvPr id="32" name="lane 3 acc[0]">
            <a:extLst xmlns:a="http://schemas.openxmlformats.org/drawingml/2006/main">
              <a:ext uri="{FF2B5EF4-FFF2-40B4-BE49-F238E27FC236}">
                <a16:creationId xmlns:a16="http://schemas.microsoft.com/office/drawing/2014/main" id="{8F26A2FD-0DB8-4EF2-82C3-557294F6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33" name="lane 3 acc[1]">
            <a:extLst xmlns:a="http://schemas.openxmlformats.org/drawingml/2006/main">
              <a:ext uri="{FF2B5EF4-FFF2-40B4-BE49-F238E27FC236}">
                <a16:creationId xmlns:a16="http://schemas.microsoft.com/office/drawing/2014/main" id="{3BA86495-4EE7-4394-94AB-E5997D10F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34" name="lane 3 …">
            <a:extLst xmlns:a="http://schemas.openxmlformats.org/drawingml/2006/main">
              <a:ext uri="{FF2B5EF4-FFF2-40B4-BE49-F238E27FC236}">
                <a16:creationId xmlns:a16="http://schemas.microsoft.com/office/drawing/2014/main" id="{EA4CDE50-FD08-48CD-837D-90887B27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5" name="lane 3 acc[k−1]">
            <a:extLst xmlns:a="http://schemas.openxmlformats.org/drawingml/2006/main">
              <a:ext uri="{FF2B5EF4-FFF2-40B4-BE49-F238E27FC236}">
                <a16:creationId xmlns:a16="http://schemas.microsoft.com/office/drawing/2014/main" id="{491E3876-105A-448D-9F87-86E01483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1E1"/>
          </a:solidFill>
          <a:ln xmlns:a="http://schemas.openxmlformats.org/drawingml/2006/main" w="11430">
            <a:solidFill>
              <a:srgbClr val="EB5757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AAB066-18EF-4296-B4E3-E3393D0A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6196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⋮</a:t>
            </a:r>
          </a:p>
        </p:txBody>
      </p:sp>
      <p:sp>
        <p:nvSpPr>
          <p:cNvPr id="37" name="⋮ acc[0]">
            <a:extLst xmlns:a="http://schemas.openxmlformats.org/drawingml/2006/main">
              <a:ext uri="{FF2B5EF4-FFF2-40B4-BE49-F238E27FC236}">
                <a16:creationId xmlns:a16="http://schemas.microsoft.com/office/drawing/2014/main" id="{9FFEE37F-CED5-4718-A7D2-1C09703C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38" name="⋮ acc[1]">
            <a:extLst xmlns:a="http://schemas.openxmlformats.org/drawingml/2006/main">
              <a:ext uri="{FF2B5EF4-FFF2-40B4-BE49-F238E27FC236}">
                <a16:creationId xmlns:a16="http://schemas.microsoft.com/office/drawing/2014/main" id="{E3D16FF8-3FF3-4EB2-918E-6E5AA641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39" name="⋮ …">
            <a:extLst xmlns:a="http://schemas.openxmlformats.org/drawingml/2006/main">
              <a:ext uri="{FF2B5EF4-FFF2-40B4-BE49-F238E27FC236}">
                <a16:creationId xmlns:a16="http://schemas.microsoft.com/office/drawing/2014/main" id="{CF5DC259-0054-494E-B03A-2907808F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0" name="⋮ acc[k−1]">
            <a:extLst xmlns:a="http://schemas.openxmlformats.org/drawingml/2006/main">
              <a:ext uri="{FF2B5EF4-FFF2-40B4-BE49-F238E27FC236}">
                <a16:creationId xmlns:a16="http://schemas.microsoft.com/office/drawing/2014/main" id="{8564E97E-A118-44E9-A35E-536D65F9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6005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21713A-3266-4BA8-B608-BA4F4383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076825"/>
            <a:ext cx="1047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lane 31</a:t>
            </a:r>
          </a:p>
        </p:txBody>
      </p:sp>
      <p:sp>
        <p:nvSpPr>
          <p:cNvPr id="42" name="lane 31 acc[0]">
            <a:extLst xmlns:a="http://schemas.openxmlformats.org/drawingml/2006/main">
              <a:ext uri="{FF2B5EF4-FFF2-40B4-BE49-F238E27FC236}">
                <a16:creationId xmlns:a16="http://schemas.microsoft.com/office/drawing/2014/main" id="{444C4AD6-FEFC-4EFD-B249-19B4805A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43" name="lane 31 acc[1]">
            <a:extLst xmlns:a="http://schemas.openxmlformats.org/drawingml/2006/main">
              <a:ext uri="{FF2B5EF4-FFF2-40B4-BE49-F238E27FC236}">
                <a16:creationId xmlns:a16="http://schemas.microsoft.com/office/drawing/2014/main" id="{A4F31087-3509-4DD4-8254-370B4405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44" name="lane 31 …">
            <a:extLst xmlns:a="http://schemas.openxmlformats.org/drawingml/2006/main">
              <a:ext uri="{FF2B5EF4-FFF2-40B4-BE49-F238E27FC236}">
                <a16:creationId xmlns:a16="http://schemas.microsoft.com/office/drawing/2014/main" id="{C381BE01-AEAE-42A7-A4A0-A4C98586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5" name="lane 31 acc[k−1]">
            <a:extLst xmlns:a="http://schemas.openxmlformats.org/drawingml/2006/main">
              <a:ext uri="{FF2B5EF4-FFF2-40B4-BE49-F238E27FC236}">
                <a16:creationId xmlns:a16="http://schemas.microsoft.com/office/drawing/2014/main" id="{7EE688A1-1B09-43D5-B4EE-A91849F0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57775"/>
            <a:ext cx="180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577A54-A83F-45B3-B87A-C3F9B07E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5572125"/>
            <a:ext cx="6324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k = 3, 6, 8, 20, 32: acc[K] specializzato a compile-time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A3FE30-2E97-4C71-83C3-0E5A3C8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48575" y="5572125"/>
            <a:ext cx="3714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altri k: tile runtime di 4 colonne</a:t>
            </a:r>
          </a:p>
        </p:txBody>
      </p:sp>
      <p:sp>
        <p:nvSpPr>
          <p:cNvPr id="48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F2396149-F53A-4C13-A355-FFC651C7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972175"/>
            <a:ext cx="10048875" cy="504825"/>
          </a:xfrm>
          <a:prstGeom xmlns:a="http://schemas.openxmlformats.org/drawingml/2006/main" prst="roundRect">
            <a:avLst>
              <a:gd name="adj" fmla="val 15094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Ogni lane costruisce una parte della riga Y[i,:] senza usare shared memory</a:t>
            </a:r>
          </a:p>
        </p:txBody>
      </p:sp>
    </p:spTree>
    <p:extLst>
      <p:ext uri="{BB962C8B-B14F-4D97-AF65-F5344CB8AC3E}">
        <p14:creationId xmlns:p14="http://schemas.microsoft.com/office/powerpoint/2010/main" val="21133350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olo">
            <a:extLst xmlns:a="http://schemas.openxmlformats.org/drawingml/2006/main">
              <a:ext uri="{FF2B5EF4-FFF2-40B4-BE49-F238E27FC236}">
                <a16:creationId xmlns:a16="http://schemas.microsoft.com/office/drawing/2014/main" id="{75FA061D-B944-4257-990C-8A5BA873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CUDA warp kernel: riduzione del warp e scrittura di Y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00C2A680-CE61-4DA1-BCFA-08723F9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97BDF-9C2C-481F-9F75-EF09090F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0E3E7-055F-4CBB-B528-5F26076E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Riduzione">
            <a:extLst xmlns:a="http://schemas.openxmlformats.org/drawingml/2006/main">
              <a:ext uri="{FF2B5EF4-FFF2-40B4-BE49-F238E27FC236}">
                <a16:creationId xmlns:a16="http://schemas.microsoft.com/office/drawing/2014/main" id="{2C1E9CF7-9286-4ECA-93D6-8F90A92A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752475"/>
            <a:ext cx="4810125" cy="4972050"/>
          </a:xfrm>
          <a:prstGeom xmlns:a="http://schemas.openxmlformats.org/drawingml/2006/main" prst="roundRect">
            <a:avLst>
              <a:gd name="adj" fmla="val 1584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D2820-B706-4AAF-9E02-D0613218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866775"/>
            <a:ext cx="461962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Riduzione warp (__shfl_down_sync)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34D7A-B482-4C96-B5E7-DA80BF36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1524000"/>
            <a:ext cx="3143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3335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32 lane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217AD-3F2C-456B-8B60-981A9691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C63AB-3D59-4901-B28C-397D7714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152650"/>
            <a:ext cx="26860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333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16 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8F361-3DFF-41D9-B430-8A22DDED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8127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3FB696-F813-43A1-801A-B03B7208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781300"/>
            <a:ext cx="22288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3335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8 lane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1D03A-D580-41A9-8061-44E26B83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99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DD4A9-3AD1-4305-9C59-353A6B9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3409950"/>
            <a:ext cx="17716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333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4 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5A67C-7F2E-46D9-B325-C1E22CD23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3857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5CF60-255F-4AF9-BC42-B439EC27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4038600"/>
            <a:ext cx="13144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3335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2 lane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1033B-018B-4F87-BBE5-1D3CDDAF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467225"/>
            <a:ext cx="17145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8402A-DCEA-4541-AAF6-0000C3A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667250"/>
            <a:ext cx="857250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E7EB"/>
          </a:solidFill>
          <a:ln xmlns:a="http://schemas.openxmlformats.org/drawingml/2006/main" w="13335">
            <a:solidFill>
              <a:srgbClr val="6684A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73841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1 lane (lane 0)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6273D-FB34-4911-A609-12AB2C2F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325" y="52292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offset: 16, 8, 4, 2, 1</a:t>
            </a:r>
          </a:p>
        </p:txBody>
      </p:sp>
      <p:sp>
        <p:nvSpPr>
          <p:cNvPr id="19" name="Scrittura output">
            <a:extLst xmlns:a="http://schemas.openxmlformats.org/drawingml/2006/main">
              <a:ext uri="{FF2B5EF4-FFF2-40B4-BE49-F238E27FC236}">
                <a16:creationId xmlns:a16="http://schemas.microsoft.com/office/drawing/2014/main" id="{A4E1FB5B-005F-4B78-8784-C0692057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52475"/>
            <a:ext cx="6734175" cy="4972050"/>
          </a:xfrm>
          <a:prstGeom xmlns:a="http://schemas.openxmlformats.org/drawingml/2006/main" prst="roundRect">
            <a:avLst>
              <a:gd name="adj" fmla="val 1533"/>
            </a:avLst>
          </a:prstGeom>
          <a:solidFill xmlns:a="http://schemas.openxmlformats.org/drawingml/2006/main">
            <a:srgbClr val="FBFDFF"/>
          </a:solidFill>
          <a:ln xmlns:a="http://schemas.openxmlformats.org/drawingml/2006/main" w="11430">
            <a:solidFill>
              <a:srgbClr val="C6DCF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5C4E5-B70B-4CCD-AAF0-C33BCC3E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866775"/>
            <a:ext cx="65436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 scrive la riga di 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D8D85-420A-4ABF-A239-243242BF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1457325"/>
            <a:ext cx="4714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Dopo la riduzione, lane 0 possiede gli accumulatori finali</a:t>
            </a:r>
          </a:p>
        </p:txBody>
      </p:sp>
      <p:sp>
        <p:nvSpPr>
          <p:cNvPr id="22" name="Acc finale 0">
            <a:extLst xmlns:a="http://schemas.openxmlformats.org/drawingml/2006/main">
              <a:ext uri="{FF2B5EF4-FFF2-40B4-BE49-F238E27FC236}">
                <a16:creationId xmlns:a16="http://schemas.microsoft.com/office/drawing/2014/main" id="{0829C9F9-A62F-4539-A691-788E47CD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acc[0]</a:t>
            </a:r>
          </a:p>
        </p:txBody>
      </p:sp>
      <p:sp>
        <p:nvSpPr>
          <p:cNvPr id="23" name="Acc finale 1">
            <a:extLst xmlns:a="http://schemas.openxmlformats.org/drawingml/2006/main">
              <a:ext uri="{FF2B5EF4-FFF2-40B4-BE49-F238E27FC236}">
                <a16:creationId xmlns:a16="http://schemas.microsoft.com/office/drawing/2014/main" id="{7D9CDFD5-DE54-4E23-B421-56161239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5"/>
          </a:solidFill>
          <a:ln xmlns:a="http://schemas.openxmlformats.org/drawingml/2006/main" w="11430">
            <a:solidFill>
              <a:srgbClr val="27AE60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acc[1]</a:t>
            </a:r>
          </a:p>
        </p:txBody>
      </p:sp>
      <p:sp>
        <p:nvSpPr>
          <p:cNvPr id="24" name="Acc finale 2">
            <a:extLst xmlns:a="http://schemas.openxmlformats.org/drawingml/2006/main">
              <a:ext uri="{FF2B5EF4-FFF2-40B4-BE49-F238E27FC236}">
                <a16:creationId xmlns:a16="http://schemas.microsoft.com/office/drawing/2014/main" id="{2B82960E-57AA-4A92-BD54-93728982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5" name="Acc finale 3">
            <a:extLst xmlns:a="http://schemas.openxmlformats.org/drawingml/2006/main">
              <a:ext uri="{FF2B5EF4-FFF2-40B4-BE49-F238E27FC236}">
                <a16:creationId xmlns:a16="http://schemas.microsoft.com/office/drawing/2014/main" id="{5D048C2B-4B25-4F15-91AE-3AE424B3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478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acc[k−1]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8E0D7D-7860-4115-9E80-C0CD596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38425"/>
            <a:ext cx="19050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799BCA-FDC7-4102-A9D4-E916CF39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0" y="324802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 i="1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Y[i,c] = acc[c]    per ogni c</a:t>
            </a:r>
          </a:p>
        </p:txBody>
      </p:sp>
      <p:sp>
        <p:nvSpPr>
          <p:cNvPr id="28" name="Y finale 0">
            <a:extLst xmlns:a="http://schemas.openxmlformats.org/drawingml/2006/main">
              <a:ext uri="{FF2B5EF4-FFF2-40B4-BE49-F238E27FC236}">
                <a16:creationId xmlns:a16="http://schemas.microsoft.com/office/drawing/2014/main" id="{D9497F82-74DE-4FA2-B634-21E0DA20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Y[i,0]</a:t>
            </a:r>
          </a:p>
        </p:txBody>
      </p:sp>
      <p:sp>
        <p:nvSpPr>
          <p:cNvPr id="29" name="Y finale 1">
            <a:extLst xmlns:a="http://schemas.openxmlformats.org/drawingml/2006/main">
              <a:ext uri="{FF2B5EF4-FFF2-40B4-BE49-F238E27FC236}">
                <a16:creationId xmlns:a16="http://schemas.microsoft.com/office/drawing/2014/main" id="{61325633-0A1D-4562-9924-1F2C1D81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Y[i,1]</a:t>
            </a:r>
          </a:p>
        </p:txBody>
      </p:sp>
      <p:sp>
        <p:nvSpPr>
          <p:cNvPr id="30" name="Y finale 2">
            <a:extLst xmlns:a="http://schemas.openxmlformats.org/drawingml/2006/main">
              <a:ext uri="{FF2B5EF4-FFF2-40B4-BE49-F238E27FC236}">
                <a16:creationId xmlns:a16="http://schemas.microsoft.com/office/drawing/2014/main" id="{1620C6E2-AEF4-43CB-A0CD-8E840414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1" name="Y finale 3">
            <a:extLst xmlns:a="http://schemas.openxmlformats.org/drawingml/2006/main">
              <a:ext uri="{FF2B5EF4-FFF2-40B4-BE49-F238E27FC236}">
                <a16:creationId xmlns:a16="http://schemas.microsoft.com/office/drawing/2014/main" id="{211303DB-9A28-41CE-B8A1-BC3CB3F9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05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DF8"/>
          </a:solidFill>
          <a:ln xmlns:a="http://schemas.openxmlformats.org/drawingml/2006/main" w="11430">
            <a:solidFill>
              <a:srgbClr val="8E63CE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Y[i,k−1]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027BDC-69A5-4FF1-9C83-D063AC2D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6475" y="4638675"/>
            <a:ext cx="5048250" cy="46672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8E63CE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8E63CE"/>
                </a:solidFill>
                <a:latin typeface="Aptos"/>
                <a:ea typeface="Aptos"/>
                <a:cs typeface="Aptos"/>
              </a:rPr>
              <a:t>acc[c] += __shfl_down_sync(mask, acc[c], offset)</a:t>
            </a:r>
          </a:p>
        </p:txBody>
      </p:sp>
      <p:sp>
        <p:nvSpPr>
          <p:cNvPr id="33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321FD6CC-7667-471B-8C84-7A7020B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5915025"/>
            <a:ext cx="99060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32 lane, riduzione nel warp, lane 0: una riga completa di Y</a:t>
            </a:r>
          </a:p>
        </p:txBody>
      </p:sp>
    </p:spTree>
    <p:extLst>
      <p:ext uri="{BB962C8B-B14F-4D97-AF65-F5344CB8AC3E}">
        <p14:creationId xmlns:p14="http://schemas.microsoft.com/office/powerpoint/2010/main" val="9856448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Titolo">
            <a:extLst xmlns:a="http://schemas.openxmlformats.org/drawingml/2006/main">
              <a:ext uri="{FF2B5EF4-FFF2-40B4-BE49-F238E27FC236}">
                <a16:creationId xmlns:a16="http://schemas.microsoft.com/office/drawing/2014/main" id="{7224BA12-AB5E-434E-963C-CBA51237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700" y="95250"/>
            <a:ext cx="11668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0C2D6B"/>
                </a:solidFill>
                <a:latin typeface="Aptos Display"/>
                <a:ea typeface="Aptos Display"/>
                <a:cs typeface="Aptos Display"/>
              </a:rPr>
              <a:t>Perché X in column-major è vantaggiosa</a:t>
            </a:r>
          </a:p>
        </p:txBody>
      </p:sp>
      <p:sp>
        <p:nvSpPr>
          <p:cNvPr id="2" name="Linea titolo">
            <a:extLst xmlns:a="http://schemas.openxmlformats.org/drawingml/2006/main">
              <a:ext uri="{FF2B5EF4-FFF2-40B4-BE49-F238E27FC236}">
                <a16:creationId xmlns:a16="http://schemas.microsoft.com/office/drawing/2014/main" id="{ED0979DC-EC6C-49F2-813D-DC8ABAC5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" y="542925"/>
            <a:ext cx="11687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11430">
            <a:solidFill>
              <a:srgbClr val="7EA6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73B28-D791-4165-A0E9-7AC98547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25175" y="6486525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CUDA warp kernel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658AF-E356-43EE-A41F-9AAAB559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91950" y="6486525"/>
            <a:ext cx="142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92593"/>
          </a:bodyPr>
          <a:lstStyle xmlns:a="http://schemas.openxmlformats.org/drawingml/2006/main"/>
          <a:p xmlns:a="http://schemas.openxmlformats.org/drawingml/2006/main">
            <a:pPr algn="r">
              <a:defRPr sz="675" b="0" i="0">
                <a:solidFill>
                  <a:srgbClr val="6684A8"/>
                </a:solidFill>
                <a:latin typeface="Aptos"/>
                <a:ea typeface="Aptos"/>
                <a:cs typeface="Aptos"/>
              </a:defRPr>
            </a:pPr>
            <a:r>
              <a:rPr sz="675" b="0" i="0">
                <a:solidFill>
                  <a:srgbClr val="6684A8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ECA65-DD9B-4D65-8CA6-0193801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742950"/>
            <a:ext cx="55911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row-major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0AF51-C5B8-4579-B700-3BD19D15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" y="106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elementi memorizzati riga per riga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D0415-2511-4C39-AD59-BFDB3137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742950"/>
            <a:ext cx="5591175" cy="400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C6DCF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column-major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A9EB4-5C92-408A-BA16-A971B915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86525" y="1066800"/>
            <a:ext cx="419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elementi memorizzati colonna per colonna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DF8DF-54FF-40D9-94C0-AC260D9D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1409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(row-major)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EA221-B8FC-4F83-AEA5-080B43327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1409700"/>
            <a:ext cx="295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X (column-major)</a:t>
            </a:r>
          </a:p>
        </p:txBody>
      </p:sp>
      <p:sp>
        <p:nvSpPr>
          <p:cNvPr id="11" name="Row-major 0 0">
            <a:extLst xmlns:a="http://schemas.openxmlformats.org/drawingml/2006/main">
              <a:ext uri="{FF2B5EF4-FFF2-40B4-BE49-F238E27FC236}">
                <a16:creationId xmlns:a16="http://schemas.microsoft.com/office/drawing/2014/main" id="{1787B7FA-7B80-426F-901E-574F2FF4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x0,0</a:t>
            </a:r>
          </a:p>
        </p:txBody>
      </p:sp>
      <p:sp>
        <p:nvSpPr>
          <p:cNvPr id="12" name="Column-major 0 0">
            <a:extLst xmlns:a="http://schemas.openxmlformats.org/drawingml/2006/main">
              <a:ext uri="{FF2B5EF4-FFF2-40B4-BE49-F238E27FC236}">
                <a16:creationId xmlns:a16="http://schemas.microsoft.com/office/drawing/2014/main" id="{024B6FA2-E711-49DE-9899-3FD993FB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x0,0</a:t>
            </a:r>
          </a:p>
        </p:txBody>
      </p:sp>
      <p:sp>
        <p:nvSpPr>
          <p:cNvPr id="13" name="Row-major 0 1">
            <a:extLst xmlns:a="http://schemas.openxmlformats.org/drawingml/2006/main">
              <a:ext uri="{FF2B5EF4-FFF2-40B4-BE49-F238E27FC236}">
                <a16:creationId xmlns:a16="http://schemas.microsoft.com/office/drawing/2014/main" id="{B97E8C4A-73F7-46C7-814B-379D8988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x0,1</a:t>
            </a:r>
          </a:p>
        </p:txBody>
      </p:sp>
      <p:sp>
        <p:nvSpPr>
          <p:cNvPr id="14" name="Column-major 0 1">
            <a:extLst xmlns:a="http://schemas.openxmlformats.org/drawingml/2006/main">
              <a:ext uri="{FF2B5EF4-FFF2-40B4-BE49-F238E27FC236}">
                <a16:creationId xmlns:a16="http://schemas.microsoft.com/office/drawing/2014/main" id="{F85A8969-F8E6-4C95-B5F9-67860A5C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x0,1</a:t>
            </a:r>
          </a:p>
        </p:txBody>
      </p:sp>
      <p:sp>
        <p:nvSpPr>
          <p:cNvPr id="15" name="Row-major 0 2">
            <a:extLst xmlns:a="http://schemas.openxmlformats.org/drawingml/2006/main">
              <a:ext uri="{FF2B5EF4-FFF2-40B4-BE49-F238E27FC236}">
                <a16:creationId xmlns:a16="http://schemas.microsoft.com/office/drawing/2014/main" id="{9FF229FE-A158-4929-B414-523C69A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x0,2</a:t>
            </a:r>
          </a:p>
        </p:txBody>
      </p:sp>
      <p:sp>
        <p:nvSpPr>
          <p:cNvPr id="16" name="Column-major 0 2">
            <a:extLst xmlns:a="http://schemas.openxmlformats.org/drawingml/2006/main">
              <a:ext uri="{FF2B5EF4-FFF2-40B4-BE49-F238E27FC236}">
                <a16:creationId xmlns:a16="http://schemas.microsoft.com/office/drawing/2014/main" id="{BCC77123-4210-41D9-BCB9-1025A34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x0,2</a:t>
            </a:r>
          </a:p>
        </p:txBody>
      </p:sp>
      <p:sp>
        <p:nvSpPr>
          <p:cNvPr id="17" name="Row-major 0 3">
            <a:extLst xmlns:a="http://schemas.openxmlformats.org/drawingml/2006/main">
              <a:ext uri="{FF2B5EF4-FFF2-40B4-BE49-F238E27FC236}">
                <a16:creationId xmlns:a16="http://schemas.microsoft.com/office/drawing/2014/main" id="{4DD4D96B-CBC8-42D6-AE8E-DAA804A5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x0,c</a:t>
            </a:r>
          </a:p>
        </p:txBody>
      </p:sp>
      <p:sp>
        <p:nvSpPr>
          <p:cNvPr id="18" name="Column-major 0 3">
            <a:extLst xmlns:a="http://schemas.openxmlformats.org/drawingml/2006/main">
              <a:ext uri="{FF2B5EF4-FFF2-40B4-BE49-F238E27FC236}">
                <a16:creationId xmlns:a16="http://schemas.microsoft.com/office/drawing/2014/main" id="{41881E97-D354-4DFB-9251-38011B5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x0,c</a:t>
            </a:r>
          </a:p>
        </p:txBody>
      </p:sp>
      <p:sp>
        <p:nvSpPr>
          <p:cNvPr id="19" name="Row-major 0 4">
            <a:extLst xmlns:a="http://schemas.openxmlformats.org/drawingml/2006/main">
              <a:ext uri="{FF2B5EF4-FFF2-40B4-BE49-F238E27FC236}">
                <a16:creationId xmlns:a16="http://schemas.microsoft.com/office/drawing/2014/main" id="{03A5E232-F04D-4C67-9A36-23812311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0" name="Column-major 0 4">
            <a:extLst xmlns:a="http://schemas.openxmlformats.org/drawingml/2006/main">
              <a:ext uri="{FF2B5EF4-FFF2-40B4-BE49-F238E27FC236}">
                <a16:creationId xmlns:a16="http://schemas.microsoft.com/office/drawing/2014/main" id="{9E2C81BC-1CF4-4E46-9D8F-5A316140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430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21" name="Row-major 1 0">
            <a:extLst xmlns:a="http://schemas.openxmlformats.org/drawingml/2006/main">
              <a:ext uri="{FF2B5EF4-FFF2-40B4-BE49-F238E27FC236}">
                <a16:creationId xmlns:a16="http://schemas.microsoft.com/office/drawing/2014/main" id="{99D231EA-08FD-4675-A61B-95DA6665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x1,0</a:t>
            </a:r>
          </a:p>
        </p:txBody>
      </p:sp>
      <p:sp>
        <p:nvSpPr>
          <p:cNvPr id="22" name="Column-major 1 0">
            <a:extLst xmlns:a="http://schemas.openxmlformats.org/drawingml/2006/main">
              <a:ext uri="{FF2B5EF4-FFF2-40B4-BE49-F238E27FC236}">
                <a16:creationId xmlns:a16="http://schemas.microsoft.com/office/drawing/2014/main" id="{1B234DFC-5D9D-4982-8146-6D66A24AE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x1,0</a:t>
            </a:r>
          </a:p>
        </p:txBody>
      </p:sp>
      <p:sp>
        <p:nvSpPr>
          <p:cNvPr id="23" name="Row-major 1 1">
            <a:extLst xmlns:a="http://schemas.openxmlformats.org/drawingml/2006/main">
              <a:ext uri="{FF2B5EF4-FFF2-40B4-BE49-F238E27FC236}">
                <a16:creationId xmlns:a16="http://schemas.microsoft.com/office/drawing/2014/main" id="{4EF85A3D-509A-40EE-AAED-D87ED523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x1,1</a:t>
            </a:r>
          </a:p>
        </p:txBody>
      </p:sp>
      <p:sp>
        <p:nvSpPr>
          <p:cNvPr id="24" name="Column-major 1 1">
            <a:extLst xmlns:a="http://schemas.openxmlformats.org/drawingml/2006/main">
              <a:ext uri="{FF2B5EF4-FFF2-40B4-BE49-F238E27FC236}">
                <a16:creationId xmlns:a16="http://schemas.microsoft.com/office/drawing/2014/main" id="{2F7385C2-803A-4F70-9C3D-0EDEE9A7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x1,1</a:t>
            </a:r>
          </a:p>
        </p:txBody>
      </p:sp>
      <p:sp>
        <p:nvSpPr>
          <p:cNvPr id="25" name="Row-major 1 2">
            <a:extLst xmlns:a="http://schemas.openxmlformats.org/drawingml/2006/main">
              <a:ext uri="{FF2B5EF4-FFF2-40B4-BE49-F238E27FC236}">
                <a16:creationId xmlns:a16="http://schemas.microsoft.com/office/drawing/2014/main" id="{95F0B64F-3868-47B5-BF03-49D6810B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x1,2</a:t>
            </a:r>
          </a:p>
        </p:txBody>
      </p:sp>
      <p:sp>
        <p:nvSpPr>
          <p:cNvPr id="26" name="Column-major 1 2">
            <a:extLst xmlns:a="http://schemas.openxmlformats.org/drawingml/2006/main">
              <a:ext uri="{FF2B5EF4-FFF2-40B4-BE49-F238E27FC236}">
                <a16:creationId xmlns:a16="http://schemas.microsoft.com/office/drawing/2014/main" id="{0223BE5F-430C-445A-BDB6-7706A3E9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x1,2</a:t>
            </a:r>
          </a:p>
        </p:txBody>
      </p:sp>
      <p:sp>
        <p:nvSpPr>
          <p:cNvPr id="27" name="Row-major 1 3">
            <a:extLst xmlns:a="http://schemas.openxmlformats.org/drawingml/2006/main">
              <a:ext uri="{FF2B5EF4-FFF2-40B4-BE49-F238E27FC236}">
                <a16:creationId xmlns:a16="http://schemas.microsoft.com/office/drawing/2014/main" id="{75B5CD2F-9689-4256-99D0-4C07C33E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x1,c</a:t>
            </a:r>
          </a:p>
        </p:txBody>
      </p:sp>
      <p:sp>
        <p:nvSpPr>
          <p:cNvPr id="28" name="Column-major 1 3">
            <a:extLst xmlns:a="http://schemas.openxmlformats.org/drawingml/2006/main">
              <a:ext uri="{FF2B5EF4-FFF2-40B4-BE49-F238E27FC236}">
                <a16:creationId xmlns:a16="http://schemas.microsoft.com/office/drawing/2014/main" id="{C5268D10-798A-4D0D-B4FC-D543AEEA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x1,c</a:t>
            </a:r>
          </a:p>
        </p:txBody>
      </p:sp>
      <p:sp>
        <p:nvSpPr>
          <p:cNvPr id="29" name="Row-major 1 4">
            <a:extLst xmlns:a="http://schemas.openxmlformats.org/drawingml/2006/main">
              <a:ext uri="{FF2B5EF4-FFF2-40B4-BE49-F238E27FC236}">
                <a16:creationId xmlns:a16="http://schemas.microsoft.com/office/drawing/2014/main" id="{6B0D7AA0-0517-493B-A096-AF200B9B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0" name="Column-major 1 4">
            <a:extLst xmlns:a="http://schemas.openxmlformats.org/drawingml/2006/main">
              <a:ext uri="{FF2B5EF4-FFF2-40B4-BE49-F238E27FC236}">
                <a16:creationId xmlns:a16="http://schemas.microsoft.com/office/drawing/2014/main" id="{554982B5-4BD6-4B1E-B149-C1F96999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31" name="Row-major 2 0">
            <a:extLst xmlns:a="http://schemas.openxmlformats.org/drawingml/2006/main">
              <a:ext uri="{FF2B5EF4-FFF2-40B4-BE49-F238E27FC236}">
                <a16:creationId xmlns:a16="http://schemas.microsoft.com/office/drawing/2014/main" id="{DD2B7E39-8C5B-4D39-9127-22076344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x2,0</a:t>
            </a:r>
          </a:p>
        </p:txBody>
      </p:sp>
      <p:sp>
        <p:nvSpPr>
          <p:cNvPr id="32" name="Column-major 2 0">
            <a:extLst xmlns:a="http://schemas.openxmlformats.org/drawingml/2006/main">
              <a:ext uri="{FF2B5EF4-FFF2-40B4-BE49-F238E27FC236}">
                <a16:creationId xmlns:a16="http://schemas.microsoft.com/office/drawing/2014/main" id="{8A47177A-C388-482D-BB6D-40A589CA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x2,0</a:t>
            </a:r>
          </a:p>
        </p:txBody>
      </p:sp>
      <p:sp>
        <p:nvSpPr>
          <p:cNvPr id="33" name="Row-major 2 1">
            <a:extLst xmlns:a="http://schemas.openxmlformats.org/drawingml/2006/main">
              <a:ext uri="{FF2B5EF4-FFF2-40B4-BE49-F238E27FC236}">
                <a16:creationId xmlns:a16="http://schemas.microsoft.com/office/drawing/2014/main" id="{A6540D35-5BEC-45FC-B136-DB661899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x2,1</a:t>
            </a:r>
          </a:p>
        </p:txBody>
      </p:sp>
      <p:sp>
        <p:nvSpPr>
          <p:cNvPr id="34" name="Column-major 2 1">
            <a:extLst xmlns:a="http://schemas.openxmlformats.org/drawingml/2006/main">
              <a:ext uri="{FF2B5EF4-FFF2-40B4-BE49-F238E27FC236}">
                <a16:creationId xmlns:a16="http://schemas.microsoft.com/office/drawing/2014/main" id="{6D2B3FC3-2DD4-453D-85E0-D2768422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x2,1</a:t>
            </a:r>
          </a:p>
        </p:txBody>
      </p:sp>
      <p:sp>
        <p:nvSpPr>
          <p:cNvPr id="35" name="Row-major 2 2">
            <a:extLst xmlns:a="http://schemas.openxmlformats.org/drawingml/2006/main">
              <a:ext uri="{FF2B5EF4-FFF2-40B4-BE49-F238E27FC236}">
                <a16:creationId xmlns:a16="http://schemas.microsoft.com/office/drawing/2014/main" id="{346714CC-E08B-4852-88FA-5B89C53E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x2,2</a:t>
            </a:r>
          </a:p>
        </p:txBody>
      </p:sp>
      <p:sp>
        <p:nvSpPr>
          <p:cNvPr id="36" name="Column-major 2 2">
            <a:extLst xmlns:a="http://schemas.openxmlformats.org/drawingml/2006/main">
              <a:ext uri="{FF2B5EF4-FFF2-40B4-BE49-F238E27FC236}">
                <a16:creationId xmlns:a16="http://schemas.microsoft.com/office/drawing/2014/main" id="{7C76FB13-EF36-4FF7-8136-A3CCD304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x2,2</a:t>
            </a:r>
          </a:p>
        </p:txBody>
      </p:sp>
      <p:sp>
        <p:nvSpPr>
          <p:cNvPr id="37" name="Row-major 2 3">
            <a:extLst xmlns:a="http://schemas.openxmlformats.org/drawingml/2006/main">
              <a:ext uri="{FF2B5EF4-FFF2-40B4-BE49-F238E27FC236}">
                <a16:creationId xmlns:a16="http://schemas.microsoft.com/office/drawing/2014/main" id="{045F1FFE-CCD4-4C12-AC92-402DDE2D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x2,c</a:t>
            </a:r>
          </a:p>
        </p:txBody>
      </p:sp>
      <p:sp>
        <p:nvSpPr>
          <p:cNvPr id="38" name="Column-major 2 3">
            <a:extLst xmlns:a="http://schemas.openxmlformats.org/drawingml/2006/main">
              <a:ext uri="{FF2B5EF4-FFF2-40B4-BE49-F238E27FC236}">
                <a16:creationId xmlns:a16="http://schemas.microsoft.com/office/drawing/2014/main" id="{942A2D08-C05B-4901-98DE-D94040AE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x2,c</a:t>
            </a:r>
          </a:p>
        </p:txBody>
      </p:sp>
      <p:sp>
        <p:nvSpPr>
          <p:cNvPr id="39" name="Row-major 2 4">
            <a:extLst xmlns:a="http://schemas.openxmlformats.org/drawingml/2006/main">
              <a:ext uri="{FF2B5EF4-FFF2-40B4-BE49-F238E27FC236}">
                <a16:creationId xmlns:a16="http://schemas.microsoft.com/office/drawing/2014/main" id="{BACCCC96-5BFA-4D33-BBEC-554C9B1A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0" name="Column-major 2 4">
            <a:extLst xmlns:a="http://schemas.openxmlformats.org/drawingml/2006/main">
              <a:ext uri="{FF2B5EF4-FFF2-40B4-BE49-F238E27FC236}">
                <a16:creationId xmlns:a16="http://schemas.microsoft.com/office/drawing/2014/main" id="{BABB5B00-C1AC-4135-927A-2C4D07EF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41" name="Row-major 3 0">
            <a:extLst xmlns:a="http://schemas.openxmlformats.org/drawingml/2006/main">
              <a:ext uri="{FF2B5EF4-FFF2-40B4-BE49-F238E27FC236}">
                <a16:creationId xmlns:a16="http://schemas.microsoft.com/office/drawing/2014/main" id="{84E4176E-64CA-4BCB-8C44-C1E2EEB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x3,0</a:t>
            </a:r>
          </a:p>
        </p:txBody>
      </p:sp>
      <p:sp>
        <p:nvSpPr>
          <p:cNvPr id="42" name="Column-major 3 0">
            <a:extLst xmlns:a="http://schemas.openxmlformats.org/drawingml/2006/main">
              <a:ext uri="{FF2B5EF4-FFF2-40B4-BE49-F238E27FC236}">
                <a16:creationId xmlns:a16="http://schemas.microsoft.com/office/drawing/2014/main" id="{F7FE8BC8-8EBE-4F28-8F6B-E5DA8F93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x3,0</a:t>
            </a:r>
          </a:p>
        </p:txBody>
      </p:sp>
      <p:sp>
        <p:nvSpPr>
          <p:cNvPr id="43" name="Row-major 3 1">
            <a:extLst xmlns:a="http://schemas.openxmlformats.org/drawingml/2006/main">
              <a:ext uri="{FF2B5EF4-FFF2-40B4-BE49-F238E27FC236}">
                <a16:creationId xmlns:a16="http://schemas.microsoft.com/office/drawing/2014/main" id="{3F87871C-01AB-487F-9277-2C4FE1D4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x3,1</a:t>
            </a:r>
          </a:p>
        </p:txBody>
      </p:sp>
      <p:sp>
        <p:nvSpPr>
          <p:cNvPr id="44" name="Column-major 3 1">
            <a:extLst xmlns:a="http://schemas.openxmlformats.org/drawingml/2006/main">
              <a:ext uri="{FF2B5EF4-FFF2-40B4-BE49-F238E27FC236}">
                <a16:creationId xmlns:a16="http://schemas.microsoft.com/office/drawing/2014/main" id="{DBD3B215-7ABC-46CE-AA1A-06EC504A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x3,1</a:t>
            </a:r>
          </a:p>
        </p:txBody>
      </p:sp>
      <p:sp>
        <p:nvSpPr>
          <p:cNvPr id="45" name="Row-major 3 2">
            <a:extLst xmlns:a="http://schemas.openxmlformats.org/drawingml/2006/main">
              <a:ext uri="{FF2B5EF4-FFF2-40B4-BE49-F238E27FC236}">
                <a16:creationId xmlns:a16="http://schemas.microsoft.com/office/drawing/2014/main" id="{74DD2A6D-528E-4FF7-AF97-71DE0D1C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x3,2</a:t>
            </a:r>
          </a:p>
        </p:txBody>
      </p:sp>
      <p:sp>
        <p:nvSpPr>
          <p:cNvPr id="46" name="Column-major 3 2">
            <a:extLst xmlns:a="http://schemas.openxmlformats.org/drawingml/2006/main">
              <a:ext uri="{FF2B5EF4-FFF2-40B4-BE49-F238E27FC236}">
                <a16:creationId xmlns:a16="http://schemas.microsoft.com/office/drawing/2014/main" id="{C0A3BE01-C059-47F8-8770-C752C97F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x3,2</a:t>
            </a:r>
          </a:p>
        </p:txBody>
      </p:sp>
      <p:sp>
        <p:nvSpPr>
          <p:cNvPr id="47" name="Row-major 3 3">
            <a:extLst xmlns:a="http://schemas.openxmlformats.org/drawingml/2006/main">
              <a:ext uri="{FF2B5EF4-FFF2-40B4-BE49-F238E27FC236}">
                <a16:creationId xmlns:a16="http://schemas.microsoft.com/office/drawing/2014/main" id="{F60872F7-9854-45E9-80F6-CECF3FE5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x3,c</a:t>
            </a:r>
          </a:p>
        </p:txBody>
      </p:sp>
      <p:sp>
        <p:nvSpPr>
          <p:cNvPr id="48" name="Column-major 3 3">
            <a:extLst xmlns:a="http://schemas.openxmlformats.org/drawingml/2006/main">
              <a:ext uri="{FF2B5EF4-FFF2-40B4-BE49-F238E27FC236}">
                <a16:creationId xmlns:a16="http://schemas.microsoft.com/office/drawing/2014/main" id="{FE72AB8F-A531-4084-BB06-BFFC692C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x3,c</a:t>
            </a:r>
          </a:p>
        </p:txBody>
      </p:sp>
      <p:sp>
        <p:nvSpPr>
          <p:cNvPr id="49" name="Row-major 3 4">
            <a:extLst xmlns:a="http://schemas.openxmlformats.org/drawingml/2006/main">
              <a:ext uri="{FF2B5EF4-FFF2-40B4-BE49-F238E27FC236}">
                <a16:creationId xmlns:a16="http://schemas.microsoft.com/office/drawing/2014/main" id="{BAA47EA7-ABD9-4F79-802E-A88675BF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0" name="Column-major 3 4">
            <a:extLst xmlns:a="http://schemas.openxmlformats.org/drawingml/2006/main">
              <a:ext uri="{FF2B5EF4-FFF2-40B4-BE49-F238E27FC236}">
                <a16:creationId xmlns:a16="http://schemas.microsoft.com/office/drawing/2014/main" id="{9BDA8EF0-916F-49B4-B343-367A76521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432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51" name="Row-major 4 0">
            <a:extLst xmlns:a="http://schemas.openxmlformats.org/drawingml/2006/main">
              <a:ext uri="{FF2B5EF4-FFF2-40B4-BE49-F238E27FC236}">
                <a16:creationId xmlns:a16="http://schemas.microsoft.com/office/drawing/2014/main" id="{9E321B61-0335-4687-82D2-44B591B1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2" name="Column-major 4 0">
            <a:extLst xmlns:a="http://schemas.openxmlformats.org/drawingml/2006/main">
              <a:ext uri="{FF2B5EF4-FFF2-40B4-BE49-F238E27FC236}">
                <a16:creationId xmlns:a16="http://schemas.microsoft.com/office/drawing/2014/main" id="{9805BE73-E52C-4349-A5A6-38A2C4CA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3" name="Row-major 4 1">
            <a:extLst xmlns:a="http://schemas.openxmlformats.org/drawingml/2006/main">
              <a:ext uri="{FF2B5EF4-FFF2-40B4-BE49-F238E27FC236}">
                <a16:creationId xmlns:a16="http://schemas.microsoft.com/office/drawing/2014/main" id="{52930D2B-D508-46F5-A191-B7807937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4" name="Column-major 4 1">
            <a:extLst xmlns:a="http://schemas.openxmlformats.org/drawingml/2006/main">
              <a:ext uri="{FF2B5EF4-FFF2-40B4-BE49-F238E27FC236}">
                <a16:creationId xmlns:a16="http://schemas.microsoft.com/office/drawing/2014/main" id="{C94FB02D-18EF-41B6-B40A-12B63164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5" name="Row-major 4 2">
            <a:extLst xmlns:a="http://schemas.openxmlformats.org/drawingml/2006/main">
              <a:ext uri="{FF2B5EF4-FFF2-40B4-BE49-F238E27FC236}">
                <a16:creationId xmlns:a16="http://schemas.microsoft.com/office/drawing/2014/main" id="{2BF1DF00-1E5A-4836-BCFA-B2F217EB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6" name="Column-major 4 2">
            <a:extLst xmlns:a="http://schemas.openxmlformats.org/drawingml/2006/main">
              <a:ext uri="{FF2B5EF4-FFF2-40B4-BE49-F238E27FC236}">
                <a16:creationId xmlns:a16="http://schemas.microsoft.com/office/drawing/2014/main" id="{775CAC2D-096E-4D99-B5F2-D03F6016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7" name="Row-major 4 3">
            <a:extLst xmlns:a="http://schemas.openxmlformats.org/drawingml/2006/main">
              <a:ext uri="{FF2B5EF4-FFF2-40B4-BE49-F238E27FC236}">
                <a16:creationId xmlns:a16="http://schemas.microsoft.com/office/drawing/2014/main" id="{E89FA674-9AA9-4DA0-867C-0E836C3A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8" name="Column-major 4 3">
            <a:extLst xmlns:a="http://schemas.openxmlformats.org/drawingml/2006/main">
              <a:ext uri="{FF2B5EF4-FFF2-40B4-BE49-F238E27FC236}">
                <a16:creationId xmlns:a16="http://schemas.microsoft.com/office/drawing/2014/main" id="{F0102E9E-7E4D-4234-B572-86736B3E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59" name="Row-major 4 4">
            <a:extLst xmlns:a="http://schemas.openxmlformats.org/drawingml/2006/main">
              <a:ext uri="{FF2B5EF4-FFF2-40B4-BE49-F238E27FC236}">
                <a16:creationId xmlns:a16="http://schemas.microsoft.com/office/drawing/2014/main" id="{9C28A000-2E99-412F-BC3B-519774C2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60" name="Column-major 4 4">
            <a:extLst xmlns:a="http://schemas.openxmlformats.org/drawingml/2006/main">
              <a:ext uri="{FF2B5EF4-FFF2-40B4-BE49-F238E27FC236}">
                <a16:creationId xmlns:a16="http://schemas.microsoft.com/office/drawing/2014/main" id="{7FCC8471-238C-4D77-AC63-BFB4800D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4327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⋮</a:t>
            </a:r>
          </a:p>
        </p:txBody>
      </p:sp>
      <p:sp>
        <p:nvSpPr>
          <p:cNvPr id="61" name="Row-major 5 0">
            <a:extLst xmlns:a="http://schemas.openxmlformats.org/drawingml/2006/main">
              <a:ext uri="{FF2B5EF4-FFF2-40B4-BE49-F238E27FC236}">
                <a16:creationId xmlns:a16="http://schemas.microsoft.com/office/drawing/2014/main" id="{CE41AD2E-176C-403B-A909-D780BC27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xj,0</a:t>
            </a:r>
          </a:p>
        </p:txBody>
      </p:sp>
      <p:sp>
        <p:nvSpPr>
          <p:cNvPr id="62" name="Column-major 5 0">
            <a:extLst xmlns:a="http://schemas.openxmlformats.org/drawingml/2006/main">
              <a:ext uri="{FF2B5EF4-FFF2-40B4-BE49-F238E27FC236}">
                <a16:creationId xmlns:a16="http://schemas.microsoft.com/office/drawing/2014/main" id="{8C81BFD8-2D1A-4E5C-ACD7-88100EDA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xj,0</a:t>
            </a:r>
          </a:p>
        </p:txBody>
      </p:sp>
      <p:sp>
        <p:nvSpPr>
          <p:cNvPr id="63" name="Row-major 5 1">
            <a:extLst xmlns:a="http://schemas.openxmlformats.org/drawingml/2006/main">
              <a:ext uri="{FF2B5EF4-FFF2-40B4-BE49-F238E27FC236}">
                <a16:creationId xmlns:a16="http://schemas.microsoft.com/office/drawing/2014/main" id="{D3F9EFFD-E7E2-4BE4-82BB-B9884B03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xj,1</a:t>
            </a:r>
          </a:p>
        </p:txBody>
      </p:sp>
      <p:sp>
        <p:nvSpPr>
          <p:cNvPr id="64" name="Column-major 5 1">
            <a:extLst xmlns:a="http://schemas.openxmlformats.org/drawingml/2006/main">
              <a:ext uri="{FF2B5EF4-FFF2-40B4-BE49-F238E27FC236}">
                <a16:creationId xmlns:a16="http://schemas.microsoft.com/office/drawing/2014/main" id="{2781E200-A97A-46C2-B662-64B38B8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xj,1</a:t>
            </a:r>
          </a:p>
        </p:txBody>
      </p:sp>
      <p:sp>
        <p:nvSpPr>
          <p:cNvPr id="65" name="Row-major 5 2">
            <a:extLst xmlns:a="http://schemas.openxmlformats.org/drawingml/2006/main">
              <a:ext uri="{FF2B5EF4-FFF2-40B4-BE49-F238E27FC236}">
                <a16:creationId xmlns:a16="http://schemas.microsoft.com/office/drawing/2014/main" id="{917238E3-6148-4592-98AB-DCCFE873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xj,2</a:t>
            </a:r>
          </a:p>
        </p:txBody>
      </p:sp>
      <p:sp>
        <p:nvSpPr>
          <p:cNvPr id="66" name="Column-major 5 2">
            <a:extLst xmlns:a="http://schemas.openxmlformats.org/drawingml/2006/main">
              <a:ext uri="{FF2B5EF4-FFF2-40B4-BE49-F238E27FC236}">
                <a16:creationId xmlns:a16="http://schemas.microsoft.com/office/drawing/2014/main" id="{06410F16-E2E0-40BD-A3F5-42F8E893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xj,2</a:t>
            </a:r>
          </a:p>
        </p:txBody>
      </p:sp>
      <p:sp>
        <p:nvSpPr>
          <p:cNvPr id="67" name="Row-major 5 3">
            <a:extLst xmlns:a="http://schemas.openxmlformats.org/drawingml/2006/main">
              <a:ext uri="{FF2B5EF4-FFF2-40B4-BE49-F238E27FC236}">
                <a16:creationId xmlns:a16="http://schemas.microsoft.com/office/drawing/2014/main" id="{E7384CD7-BAAE-4925-8A44-5354CE8E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xj,c</a:t>
            </a:r>
          </a:p>
        </p:txBody>
      </p:sp>
      <p:sp>
        <p:nvSpPr>
          <p:cNvPr id="68" name="Column-major 5 3">
            <a:extLst xmlns:a="http://schemas.openxmlformats.org/drawingml/2006/main">
              <a:ext uri="{FF2B5EF4-FFF2-40B4-BE49-F238E27FC236}">
                <a16:creationId xmlns:a16="http://schemas.microsoft.com/office/drawing/2014/main" id="{CABCD7EC-5A90-4971-9730-195FFCA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EFF"/>
          </a:solidFill>
          <a:ln xmlns:a="http://schemas.openxmlformats.org/drawingml/2006/main" w="11430">
            <a:solidFill>
              <a:srgbClr val="2F80ED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xj,c</a:t>
            </a:r>
          </a:p>
        </p:txBody>
      </p:sp>
      <p:sp>
        <p:nvSpPr>
          <p:cNvPr id="69" name="Row-major 5 4">
            <a:extLst xmlns:a="http://schemas.openxmlformats.org/drawingml/2006/main">
              <a:ext uri="{FF2B5EF4-FFF2-40B4-BE49-F238E27FC236}">
                <a16:creationId xmlns:a16="http://schemas.microsoft.com/office/drawing/2014/main" id="{694494C9-D364-4CD2-9EBA-74A29769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70" name="Column-major 5 4">
            <a:extLst xmlns:a="http://schemas.openxmlformats.org/drawingml/2006/main">
              <a:ext uri="{FF2B5EF4-FFF2-40B4-BE49-F238E27FC236}">
                <a16:creationId xmlns:a16="http://schemas.microsoft.com/office/drawing/2014/main" id="{C1F7A7A7-17BF-4293-A25A-936E28FB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43325"/>
            <a:ext cx="5810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7C7D9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defRPr>
            </a:pPr>
            <a:r>
              <a:rPr sz="975" b="0" i="1">
                <a:solidFill>
                  <a:srgbClr val="1F2937"/>
                </a:solidFill>
                <a:latin typeface="Cambria Math"/>
                <a:ea typeface="Cambria Math"/>
                <a:cs typeface="Cambria Math"/>
              </a:rPr>
              <a:t>…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FEE085-5D10-497D-B3A2-D209E08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17907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FEDF8D-B6A9-430F-9AFF-9D972ACB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669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A86F245-0964-4FD3-819F-65316643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17716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&amp;X[j+0,c]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9F8337-A707-4010-B43B-1CEC1A163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17907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2F80ED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C5190F-2EB0-46CB-BBC1-DE92F217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8669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4763">
            <a:solidFill>
              <a:srgbClr val="2F80ED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C867712-2D9D-47A3-8FCE-9D83B572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17716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&amp;X[j+0,c]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2821D1-C57A-4BCB-8BE7-64A83543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1907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07E7EEE-A012-429B-91E8-E4A45984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669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4EF63E8-9CFC-418F-8F90-DC68E587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1717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&amp;X[j+1,c]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15B6356-DA35-477C-9CB4-C9F510D7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1907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1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904244E-BD8C-4E7B-9162-6B97867B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2669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4763">
            <a:solidFill>
              <a:srgbClr val="27AE60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EA872B7-A601-4241-BE50-CAD3DA3C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1717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&amp;X[j+1,c]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D4C67CF-86CE-4AF3-B33D-B2FD88DD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5908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0B4BAF-EBFB-47A6-BD68-F38BDDC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2F6391-AA96-4ED6-BE68-E1BFA951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5717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&amp;X[j+2,c]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867957-D9BF-4639-9D86-56AA56F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5908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E9D3"/>
          </a:solidFill>
          <a:ln xmlns:a="http://schemas.openxmlformats.org/drawingml/2006/main" w="12383">
            <a:solidFill>
              <a:srgbClr val="F2994A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2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7A7AF23-8EFD-42FC-AD39-3AF1FCDC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6670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994A"/>
          </a:solidFill>
          <a:ln xmlns:a="http://schemas.openxmlformats.org/drawingml/2006/main" w="4763">
            <a:solidFill>
              <a:srgbClr val="F2994A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5D7C22-A49E-4384-9AAB-E87F4C24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5717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&amp;X[j+2,c]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F4901F-C1D4-46BF-956E-DB7E3264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29908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2B32741-73BA-4ACC-BE6E-F69855D4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670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BF06E29-B42E-464B-B574-8D024487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29718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&amp;X[j+3,c]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D0DEB-2124-4346-9332-9F5DD31D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29908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2383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3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63DB2F4-58D9-420A-B670-FC57699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0670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B5757"/>
          </a:solidFill>
          <a:ln xmlns:a="http://schemas.openxmlformats.org/drawingml/2006/main" w="4763">
            <a:solidFill>
              <a:srgbClr val="EB5757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1AF7D9-39B3-47A1-BAF1-0B72CEC1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29718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&amp;X[j+3,c]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37BDF30-85E0-4635-9151-24D8448D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3909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4CAA4CA-BFCD-4D00-855A-715C1EE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67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69D85D-9DE1-434A-A2D8-F3946C31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3718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&amp;X[j+4,c]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5DBB8A8-C8CD-4638-AEFE-DEAF47CC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39090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9DDF8"/>
          </a:solidFill>
          <a:ln xmlns:a="http://schemas.openxmlformats.org/drawingml/2006/main" w="12383">
            <a:solidFill>
              <a:srgbClr val="8E63C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4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134B8E8-AA14-4C51-905C-502562C6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46710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E63CE"/>
          </a:solidFill>
          <a:ln xmlns:a="http://schemas.openxmlformats.org/drawingml/2006/main" w="4763">
            <a:solidFill>
              <a:srgbClr val="8E63CE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87F10D6-5A39-43A2-86E7-6DC189BD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337185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&amp;X[j+4,c]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B002F1B-EF86-40CF-8849-2A4E6B49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37909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B21B155-2B3B-4556-ACAE-1BAA8E28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671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4763">
            <a:solidFill>
              <a:srgbClr val="7EA6D8"/>
            </a:solidFill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B1D745B-DC8E-4AFF-9753-666700F0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29175" y="37719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&amp;X[j+5,c]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629CC52-5C39-477D-B7A5-E12BF3F1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1200" y="3790950"/>
            <a:ext cx="781050" cy="2952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DEEFF"/>
          </a:solidFill>
          <a:ln xmlns:a="http://schemas.openxmlformats.org/drawingml/2006/main" w="12383">
            <a:solidFill>
              <a:srgbClr val="7EA6D8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lane 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8FC157-3151-4F34-A5EB-FC912F81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867150"/>
            <a:ext cx="2667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EA6D8"/>
          </a:solidFill>
          <a:ln xmlns:a="http://schemas.openxmlformats.org/drawingml/2006/main" w="4763">
            <a:solidFill>
              <a:srgbClr val="7EA6D8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B2AC850-D0BA-43A3-925C-E78DEED3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4675" y="3771900"/>
            <a:ext cx="8667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B7C7D9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defRPr>
            </a:pPr>
            <a:r>
              <a:rPr sz="900" b="0" i="0">
                <a:solidFill>
                  <a:srgbClr val="0C2D6B"/>
                </a:solidFill>
                <a:latin typeface="Cambria Math"/>
                <a:ea typeface="Cambria Math"/>
                <a:cs typeface="Cambria Math"/>
              </a:rPr>
              <a:t>&amp;X[j+5,c]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AB55F3D-EEDD-43AA-9D50-2D1F2CD17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352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EB5757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EB5757"/>
                </a:solidFill>
                <a:latin typeface="Cambria Math"/>
                <a:ea typeface="Cambria Math"/>
                <a:cs typeface="Cambria Math"/>
              </a:rPr>
              <a:t>indirizzo = j · ldx + c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8D7F13E-F0BE-4F9F-B4EF-6757BEDF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96100" y="435292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1">
                <a:solidFill>
                  <a:srgbClr val="27AE60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0" i="1">
                <a:solidFill>
                  <a:srgbClr val="27AE60"/>
                </a:solidFill>
                <a:latin typeface="Cambria Math"/>
                <a:ea typeface="Cambria Math"/>
                <a:cs typeface="Cambria Math"/>
              </a:rPr>
              <a:t>indirizzo = c · n_loc + j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99B3DE7-4484-4F08-B1F4-9879C3A6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686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EB575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EB5757"/>
                </a:solidFill>
                <a:latin typeface="Aptos"/>
                <a:ea typeface="Aptos"/>
                <a:cs typeface="Aptos"/>
              </a:rPr>
              <a:t>indirizzi separati da ldx scalari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C81539A-8E77-40A8-8069-4D3BA0B9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468630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7AE60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27AE60"/>
                </a:solidFill>
                <a:latin typeface="Aptos"/>
                <a:ea typeface="Aptos"/>
                <a:cs typeface="Aptos"/>
              </a:rPr>
              <a:t>indirizzi consecutivi in memoria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36D17BE-4951-4BB7-B119-41CA103F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105400"/>
            <a:ext cx="4600575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DE1E1"/>
          </a:solidFill>
          <a:ln xmlns:a="http://schemas.openxmlformats.org/drawingml/2006/main" w="13335">
            <a:solidFill>
              <a:srgbClr val="EB5757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B5232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B52323"/>
                </a:solidFill>
                <a:latin typeface="Aptos"/>
                <a:ea typeface="Aptos"/>
                <a:cs typeface="Aptos"/>
              </a:rPr>
              <a:t>Accesso poco favorevole al coalescing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C6726C9-E8A8-4A5C-84BF-FC42519D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5105400"/>
            <a:ext cx="4600575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DF3E5"/>
          </a:solidFill>
          <a:ln xmlns:a="http://schemas.openxmlformats.org/drawingml/2006/main" w="13335">
            <a:solidFill>
              <a:srgbClr val="27AE6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97535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97535"/>
                </a:solidFill>
                <a:latin typeface="Aptos"/>
                <a:ea typeface="Aptos"/>
                <a:cs typeface="Aptos"/>
              </a:rPr>
              <a:t>Accesso contiguo e coalescente</a:t>
            </a:r>
          </a:p>
        </p:txBody>
      </p:sp>
      <p:sp>
        <p:nvSpPr>
          <p:cNvPr id="113" name="Messaggio conclusivo">
            <a:extLst xmlns:a="http://schemas.openxmlformats.org/drawingml/2006/main">
              <a:ext uri="{FF2B5EF4-FFF2-40B4-BE49-F238E27FC236}">
                <a16:creationId xmlns:a16="http://schemas.microsoft.com/office/drawing/2014/main" id="{642B92D4-D485-4C1D-AE22-343A1C23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819775"/>
            <a:ext cx="11334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19050">
            <a:solidFill>
              <a:srgbClr val="F2B705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C2D6B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0C2D6B"/>
                </a:solidFill>
                <a:latin typeface="Aptos"/>
                <a:ea typeface="Aptos"/>
                <a:cs typeface="Aptos"/>
              </a:rPr>
              <a:t>Stessa matematica, layout diverso: con c fissato, X column-major rende contigui gli accessi delle lane</a:t>
            </a:r>
          </a:p>
        </p:txBody>
      </p:sp>
    </p:spTree>
    <p:extLst>
      <p:ext uri="{BB962C8B-B14F-4D97-AF65-F5344CB8AC3E}">
        <p14:creationId xmlns:p14="http://schemas.microsoft.com/office/powerpoint/2010/main" val="583614666"/>
      </p:ext>
    </p:extLst>
  </p:cSld>
</p:sld>
</file>

<file path=ppt/theme/theme1.xml><?xml version="1.0" encoding="utf-8"?>
<a:theme xmlns:a="http://schemas.openxmlformats.org/drawingml/2006/main" name="ChatGPT">
  <a:themeElements>
    <a:clrScheme name="CUDA reference style">
      <a:dk1>
        <a:srgbClr val="000000"/>
      </a:dk1>
      <a:lt1>
        <a:srgbClr val="FFFFFF"/>
      </a:lt1>
      <a:dk2>
        <a:srgbClr val="0C2D6B"/>
      </a:dk2>
      <a:lt2>
        <a:srgbClr val="F7FAFD"/>
      </a:lt2>
      <a:accent1>
        <a:srgbClr val="2F80ED"/>
      </a:accent1>
      <a:accent2>
        <a:srgbClr val="27AE60"/>
      </a:accent2>
      <a:accent3>
        <a:srgbClr val="F2994A"/>
      </a:accent3>
      <a:accent4>
        <a:srgbClr val="EB5757"/>
      </a:accent4>
      <a:accent5>
        <a:srgbClr val="8E63CE"/>
      </a:accent5>
      <a:accent6>
        <a:srgbClr val="F2B705"/>
      </a:accent6>
      <a:hlink>
        <a:srgbClr val="2F80ED"/>
      </a:hlink>
      <a:folHlink>
        <a:srgbClr val="8E63CE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UDA reference sty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2026-09-15T23:18:21.3070000Z</dcterms:created>
  <dcterms:modified xsi:type="dcterms:W3CDTF">2026-09-15T23:18:21.3070000Z</dcterms:modified>
</coreProperties>
</file>