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8e3c7bddc74ee2" /><Relationship Type="http://schemas.openxmlformats.org/officeDocument/2006/relationships/extended-properties" Target="/docProps/app.xml" Id="Rac5f640e02bd47b8" /><Relationship Type="http://schemas.openxmlformats.org/officeDocument/2006/relationships/officeDocument" Target="/ppt/presentation.xml" Id="R0d9102e0bb24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3995206c264cff"/>
  </p:sldMasterIdLst>
  <p:notesMasterIdLst>
    <p:notesMasterId xmlns:r="http://schemas.openxmlformats.org/officeDocument/2006/relationships" r:id="R1acd4a892f914d48"/>
  </p:notesMasterIdLst>
  <p:sldIdLst>
    <p:sldId xmlns:r="http://schemas.openxmlformats.org/officeDocument/2006/relationships" id="256" r:id="Rd3b0b06ca23040dd"/>
    <p:sldId xmlns:r="http://schemas.openxmlformats.org/officeDocument/2006/relationships" id="257" r:id="R5a4394c500ea452d"/>
    <p:sldId xmlns:r="http://schemas.openxmlformats.org/officeDocument/2006/relationships" id="258" r:id="Rb4ce6205f2fd4a55"/>
    <p:sldId xmlns:r="http://schemas.openxmlformats.org/officeDocument/2006/relationships" id="259" r:id="R8942e4e9f1004eb9"/>
    <p:sldId xmlns:r="http://schemas.openxmlformats.org/officeDocument/2006/relationships" id="260" r:id="R7200376a7bad400c"/>
    <p:sldId xmlns:r="http://schemas.openxmlformats.org/officeDocument/2006/relationships" id="261" r:id="R38e07cad447941ed"/>
    <p:sldId xmlns:r="http://schemas.openxmlformats.org/officeDocument/2006/relationships" id="262" r:id="Rcd96e7393f1e43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5c1d4d64d24fa6" /><Relationship Type="http://schemas.openxmlformats.org/officeDocument/2006/relationships/slideMaster" Target="/ppt/slideMasters/slideMaster1.xml" Id="R203995206c264cff" /><Relationship Type="http://schemas.openxmlformats.org/officeDocument/2006/relationships/notesMaster" Target="/ppt/notesMasters/notesMaster1.xml" Id="R1acd4a892f914d48" /><Relationship Type="http://schemas.openxmlformats.org/officeDocument/2006/relationships/presProps" Target="/ppt/presProps.xml" Id="R9fbf14144b6f482f" /><Relationship Type="http://schemas.openxmlformats.org/officeDocument/2006/relationships/tableStyles" Target="/ppt/tableStyles.xml" Id="R4ec46ae08c204be2" /><Relationship Type="http://schemas.openxmlformats.org/officeDocument/2006/relationships/slide" Target="/ppt/slides/slide1.xml" Id="Rd3b0b06ca23040dd" /><Relationship Type="http://schemas.openxmlformats.org/officeDocument/2006/relationships/slide" Target="/ppt/slides/slide2.xml" Id="R5a4394c500ea452d" /><Relationship Type="http://schemas.openxmlformats.org/officeDocument/2006/relationships/slide" Target="/ppt/slides/slide3.xml" Id="Rb4ce6205f2fd4a55" /><Relationship Type="http://schemas.openxmlformats.org/officeDocument/2006/relationships/slide" Target="/ppt/slides/slide4.xml" Id="R8942e4e9f1004eb9" /><Relationship Type="http://schemas.openxmlformats.org/officeDocument/2006/relationships/slide" Target="/ppt/slides/slide5.xml" Id="R7200376a7bad400c" /><Relationship Type="http://schemas.openxmlformats.org/officeDocument/2006/relationships/slide" Target="/ppt/slides/slide6.xml" Id="R38e07cad447941ed" /><Relationship Type="http://schemas.openxmlformats.org/officeDocument/2006/relationships/slide" Target="/ppt/slides/slide7.xml" Id="Rcd96e7393f1e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eac48aa53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4d88bc73cf415c" /><Relationship Type="http://schemas.openxmlformats.org/officeDocument/2006/relationships/notesMaster" Target="/ppt/notesMasters/notesMaster1.xml" Id="Ra88b849aba9545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3fe292fb8e4438" /><Relationship Type="http://schemas.openxmlformats.org/officeDocument/2006/relationships/notesMaster" Target="/ppt/notesMasters/notesMaster1.xml" Id="R73b9c9aafe64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f21b8bedf84a44" /><Relationship Type="http://schemas.openxmlformats.org/officeDocument/2006/relationships/notesMaster" Target="/ppt/notesMasters/notesMaster1.xml" Id="Rde877701520f4f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4f4ebc78cc412e" /><Relationship Type="http://schemas.openxmlformats.org/officeDocument/2006/relationships/notesMaster" Target="/ppt/notesMasters/notesMaster1.xml" Id="R700c8af830a546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15a12cbb7e406d" /><Relationship Type="http://schemas.openxmlformats.org/officeDocument/2006/relationships/notesMaster" Target="/ppt/notesMasters/notesMaster1.xml" Id="R836013db7b35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d4128da649447b" /><Relationship Type="http://schemas.openxmlformats.org/officeDocument/2006/relationships/notesMaster" Target="/ppt/notesMasters/notesMaster1.xml" Id="Rc2639ac767a949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dd2683349b4938" /><Relationship Type="http://schemas.openxmlformats.org/officeDocument/2006/relationships/notesMaster" Target="/ppt/notesMasters/notesMaster1.xml" Id="Ra08c104a5bb1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derivato da src/kernel/cuda_warp.cu. Con BLOCK_THREADS=128, WARPS_PER_BLOCK=4 e ogni warp_id identifica una riga di 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logica di Y = AX. Il warp i calcola una riga di Y distribuendo il ciclo sulla dimensione j fra le 32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lane l visita j = l, l + 32, ... e usa A_ij insieme alla riga logica j di X. Nel layout column-major X_jc si trova all’indirizzo c*n_loc + 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Ordine del kernel fixed: for j = l; j &lt; n_loc; j += 32, poi for c = 0..k-1. Il valore A_ij viene riusato sui k accumulatori.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kernel template ogni lane usa scalar_t acc[K]. I valori restano privati nei registri fino alla riduzione warp-wide.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riduzione usa mask = 0xffffffff e offset 16, 8, 4, 2, 1. La lane 0 scrive Y_ic per tutti i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X row-major lane consecutive leggono indirizzi distanti ldx scalari. Con X column-major l’indice c*n_loc+j rende contigui gli accessi del warp a c fissato.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61f25134a4a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3198b776244e1f" /><Relationship Type="http://schemas.openxmlformats.org/officeDocument/2006/relationships/slideLayout" Target="/ppt/slideLayouts/slideLayout1.xml" Id="R9119a9969b0a43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9a9969b0a43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1d893323f41d2" /><Relationship Type="http://schemas.openxmlformats.org/officeDocument/2006/relationships/notesSlide" Target="/ppt/notesSlides/notesSlide1.xml" Id="R8526cd33dde3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dc4bfa6534afe" /><Relationship Type="http://schemas.openxmlformats.org/officeDocument/2006/relationships/notesSlide" Target="/ppt/notesSlides/notesSlide2.xml" Id="R11bca8fa8ca2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084ea34a94e8d" /><Relationship Type="http://schemas.openxmlformats.org/officeDocument/2006/relationships/notesSlide" Target="/ppt/notesSlides/notesSlide3.xml" Id="R42d40526ff41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6c258dcba4c71" /><Relationship Type="http://schemas.openxmlformats.org/officeDocument/2006/relationships/notesSlide" Target="/ppt/notesSlides/notesSlide4.xml" Id="Re236b5bfe1994e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8d6c020154020" /><Relationship Type="http://schemas.openxmlformats.org/officeDocument/2006/relationships/notesSlide" Target="/ppt/notesSlides/notesSlide5.xml" Id="Rfdf7ba3921db4e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ff37b101b48d8" /><Relationship Type="http://schemas.openxmlformats.org/officeDocument/2006/relationships/notesSlide" Target="/ppt/notesSlides/notesSlide6.xml" Id="R02529c8e4f724e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792adde584db9" /><Relationship Type="http://schemas.openxmlformats.org/officeDocument/2006/relationships/notesSlide" Target="/ppt/notesSlides/notesSlide7.xml" Id="Rd41e8321669340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itolo">
            <a:extLst xmlns:a="http://schemas.openxmlformats.org/drawingml/2006/main">
              <a:ext uri="{FF2B5EF4-FFF2-40B4-BE49-F238E27FC236}">
                <a16:creationId xmlns:a16="http://schemas.microsoft.com/office/drawing/2014/main" id="{D19C100A-C148-4CA9-9BFB-4C2D89A4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 (X column-major): assegnazione righe ai warp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03EBA91D-416A-417D-8D00-2F385DD6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C5829-CB8E-477A-830C-8C39379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F7396-0DCF-43B2-880E-EEB3681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2796-4FCB-4033-B4A1-FB503B58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70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Matrice di output Y  (m_loc × 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FB658-6EF3-420B-AA46-9550A305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066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row 0</a:t>
            </a:r>
          </a:p>
        </p:txBody>
      </p:sp>
      <p:sp>
        <p:nvSpPr>
          <p:cNvPr id="7" name="Y row 0 col 0">
            <a:extLst xmlns:a="http://schemas.openxmlformats.org/drawingml/2006/main">
              <a:ext uri="{FF2B5EF4-FFF2-40B4-BE49-F238E27FC236}">
                <a16:creationId xmlns:a16="http://schemas.microsoft.com/office/drawing/2014/main" id="{94FE82E9-1999-4406-8D71-EA6C41D0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Y_00</a:t>
            </a:r>
          </a:p>
        </p:txBody>
      </p:sp>
      <p:sp>
        <p:nvSpPr>
          <p:cNvPr id="8" name="Y row 0 col 1">
            <a:extLst xmlns:a="http://schemas.openxmlformats.org/drawingml/2006/main">
              <a:ext uri="{FF2B5EF4-FFF2-40B4-BE49-F238E27FC236}">
                <a16:creationId xmlns:a16="http://schemas.microsoft.com/office/drawing/2014/main" id="{4B53D868-E8A9-44AE-ADA7-0CB5AF54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Y_01</a:t>
            </a:r>
          </a:p>
        </p:txBody>
      </p:sp>
      <p:sp>
        <p:nvSpPr>
          <p:cNvPr id="9" name="Y row 0 col 2">
            <a:extLst xmlns:a="http://schemas.openxmlformats.org/drawingml/2006/main">
              <a:ext uri="{FF2B5EF4-FFF2-40B4-BE49-F238E27FC236}">
                <a16:creationId xmlns:a16="http://schemas.microsoft.com/office/drawing/2014/main" id="{DCCB4BCA-80D1-4F17-93AB-60431C93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0" name="Y row 0 col 3">
            <a:extLst xmlns:a="http://schemas.openxmlformats.org/drawingml/2006/main">
              <a:ext uri="{FF2B5EF4-FFF2-40B4-BE49-F238E27FC236}">
                <a16:creationId xmlns:a16="http://schemas.microsoft.com/office/drawing/2014/main" id="{35D3A2AF-DE69-45F8-BEAC-11F0F071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Y_0,k−1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1700F-F5A6-4A3F-B730-D3814736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447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row 1</a:t>
            </a:r>
          </a:p>
        </p:txBody>
      </p:sp>
      <p:sp>
        <p:nvSpPr>
          <p:cNvPr id="12" name="Y row 1 col 0">
            <a:extLst xmlns:a="http://schemas.openxmlformats.org/drawingml/2006/main">
              <a:ext uri="{FF2B5EF4-FFF2-40B4-BE49-F238E27FC236}">
                <a16:creationId xmlns:a16="http://schemas.microsoft.com/office/drawing/2014/main" id="{DB966382-5BE5-4251-8937-5018BC59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Y_10</a:t>
            </a:r>
          </a:p>
        </p:txBody>
      </p:sp>
      <p:sp>
        <p:nvSpPr>
          <p:cNvPr id="13" name="Y row 1 col 1">
            <a:extLst xmlns:a="http://schemas.openxmlformats.org/drawingml/2006/main">
              <a:ext uri="{FF2B5EF4-FFF2-40B4-BE49-F238E27FC236}">
                <a16:creationId xmlns:a16="http://schemas.microsoft.com/office/drawing/2014/main" id="{6B396611-BA45-4635-BE4A-A4F57F54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Y_11</a:t>
            </a:r>
          </a:p>
        </p:txBody>
      </p:sp>
      <p:sp>
        <p:nvSpPr>
          <p:cNvPr id="14" name="Y row 1 col 2">
            <a:extLst xmlns:a="http://schemas.openxmlformats.org/drawingml/2006/main">
              <a:ext uri="{FF2B5EF4-FFF2-40B4-BE49-F238E27FC236}">
                <a16:creationId xmlns:a16="http://schemas.microsoft.com/office/drawing/2014/main" id="{F8D31E84-1657-428B-8726-82BA4B92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5" name="Y row 1 col 3">
            <a:extLst xmlns:a="http://schemas.openxmlformats.org/drawingml/2006/main">
              <a:ext uri="{FF2B5EF4-FFF2-40B4-BE49-F238E27FC236}">
                <a16:creationId xmlns:a16="http://schemas.microsoft.com/office/drawing/2014/main" id="{580AB829-5034-4F48-B4B4-C6CE437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Y_1,k−1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0F5A2-F4A4-46AD-B848-9B587A28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828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row 2</a:t>
            </a:r>
          </a:p>
        </p:txBody>
      </p:sp>
      <p:sp>
        <p:nvSpPr>
          <p:cNvPr id="17" name="Y row 2 col 0">
            <a:extLst xmlns:a="http://schemas.openxmlformats.org/drawingml/2006/main">
              <a:ext uri="{FF2B5EF4-FFF2-40B4-BE49-F238E27FC236}">
                <a16:creationId xmlns:a16="http://schemas.microsoft.com/office/drawing/2014/main" id="{8A010975-9C59-449C-AEBA-10B73958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Y_20</a:t>
            </a:r>
          </a:p>
        </p:txBody>
      </p:sp>
      <p:sp>
        <p:nvSpPr>
          <p:cNvPr id="18" name="Y row 2 col 1">
            <a:extLst xmlns:a="http://schemas.openxmlformats.org/drawingml/2006/main">
              <a:ext uri="{FF2B5EF4-FFF2-40B4-BE49-F238E27FC236}">
                <a16:creationId xmlns:a16="http://schemas.microsoft.com/office/drawing/2014/main" id="{4717C3C3-95A5-46D9-A078-30249CB7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Y_21</a:t>
            </a:r>
          </a:p>
        </p:txBody>
      </p:sp>
      <p:sp>
        <p:nvSpPr>
          <p:cNvPr id="19" name="Y row 2 col 2">
            <a:extLst xmlns:a="http://schemas.openxmlformats.org/drawingml/2006/main">
              <a:ext uri="{FF2B5EF4-FFF2-40B4-BE49-F238E27FC236}">
                <a16:creationId xmlns:a16="http://schemas.microsoft.com/office/drawing/2014/main" id="{723E1AC8-4BA9-4B7A-A5B4-DD56805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0" name="Y row 2 col 3">
            <a:extLst xmlns:a="http://schemas.openxmlformats.org/drawingml/2006/main">
              <a:ext uri="{FF2B5EF4-FFF2-40B4-BE49-F238E27FC236}">
                <a16:creationId xmlns:a16="http://schemas.microsoft.com/office/drawing/2014/main" id="{88AC23D7-17B9-4A4E-BE53-825BDEA1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Y_2,k−1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C5CFD-2EE0-439D-9C24-897B8587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2209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B5757"/>
                </a:solidFill>
                <a:latin typeface="Aptos"/>
                <a:ea typeface="Aptos"/>
                <a:cs typeface="Aptos"/>
              </a:rPr>
              <a:t>row 3</a:t>
            </a:r>
          </a:p>
        </p:txBody>
      </p:sp>
      <p:sp>
        <p:nvSpPr>
          <p:cNvPr id="22" name="Y row 3 col 0">
            <a:extLst xmlns:a="http://schemas.openxmlformats.org/drawingml/2006/main">
              <a:ext uri="{FF2B5EF4-FFF2-40B4-BE49-F238E27FC236}">
                <a16:creationId xmlns:a16="http://schemas.microsoft.com/office/drawing/2014/main" id="{D7AD8C9E-0197-4864-90F6-360207EF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Y_30</a:t>
            </a:r>
          </a:p>
        </p:txBody>
      </p:sp>
      <p:sp>
        <p:nvSpPr>
          <p:cNvPr id="23" name="Y row 3 col 1">
            <a:extLst xmlns:a="http://schemas.openxmlformats.org/drawingml/2006/main">
              <a:ext uri="{FF2B5EF4-FFF2-40B4-BE49-F238E27FC236}">
                <a16:creationId xmlns:a16="http://schemas.microsoft.com/office/drawing/2014/main" id="{07C88615-0F41-49E0-A17D-F7848CBB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Y_31</a:t>
            </a:r>
          </a:p>
        </p:txBody>
      </p:sp>
      <p:sp>
        <p:nvSpPr>
          <p:cNvPr id="24" name="Y row 3 col 2">
            <a:extLst xmlns:a="http://schemas.openxmlformats.org/drawingml/2006/main">
              <a:ext uri="{FF2B5EF4-FFF2-40B4-BE49-F238E27FC236}">
                <a16:creationId xmlns:a16="http://schemas.microsoft.com/office/drawing/2014/main" id="{41A2713C-AA3C-43AA-8CE3-761C8D8C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5" name="Y row 3 col 3">
            <a:extLst xmlns:a="http://schemas.openxmlformats.org/drawingml/2006/main">
              <a:ext uri="{FF2B5EF4-FFF2-40B4-BE49-F238E27FC236}">
                <a16:creationId xmlns:a16="http://schemas.microsoft.com/office/drawing/2014/main" id="{C33BAC17-B167-4C27-9443-F71FED04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Y_3,k−1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8F8960-18FF-4C19-BDB5-0624F01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2590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27" name="Y row 4 col 0">
            <a:extLst xmlns:a="http://schemas.openxmlformats.org/drawingml/2006/main">
              <a:ext uri="{FF2B5EF4-FFF2-40B4-BE49-F238E27FC236}">
                <a16:creationId xmlns:a16="http://schemas.microsoft.com/office/drawing/2014/main" id="{FCBD8699-F2CC-486C-9559-F0110636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28" name="Y row 4 col 1">
            <a:extLst xmlns:a="http://schemas.openxmlformats.org/drawingml/2006/main">
              <a:ext uri="{FF2B5EF4-FFF2-40B4-BE49-F238E27FC236}">
                <a16:creationId xmlns:a16="http://schemas.microsoft.com/office/drawing/2014/main" id="{64A613BF-A588-4414-B70A-DBE0CC5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29" name="Y row 4 col 2">
            <a:extLst xmlns:a="http://schemas.openxmlformats.org/drawingml/2006/main">
              <a:ext uri="{FF2B5EF4-FFF2-40B4-BE49-F238E27FC236}">
                <a16:creationId xmlns:a16="http://schemas.microsoft.com/office/drawing/2014/main" id="{62310BB8-B903-4287-9ABD-4AA89930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0" name="Y row 4 col 3">
            <a:extLst xmlns:a="http://schemas.openxmlformats.org/drawingml/2006/main">
              <a:ext uri="{FF2B5EF4-FFF2-40B4-BE49-F238E27FC236}">
                <a16:creationId xmlns:a16="http://schemas.microsoft.com/office/drawing/2014/main" id="{7FE45CEF-FE66-4C01-9F5B-AD6F7C37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61759C-BE0A-4EB7-B85A-44A09B2A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2971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row i</a:t>
            </a:r>
          </a:p>
        </p:txBody>
      </p:sp>
      <p:sp>
        <p:nvSpPr>
          <p:cNvPr id="32" name="Y row 5 col 0">
            <a:extLst xmlns:a="http://schemas.openxmlformats.org/drawingml/2006/main">
              <a:ext uri="{FF2B5EF4-FFF2-40B4-BE49-F238E27FC236}">
                <a16:creationId xmlns:a16="http://schemas.microsoft.com/office/drawing/2014/main" id="{807B36E6-BFC3-4435-9CF9-49A93808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Y_i0</a:t>
            </a:r>
          </a:p>
        </p:txBody>
      </p:sp>
      <p:sp>
        <p:nvSpPr>
          <p:cNvPr id="33" name="Y row 5 col 1">
            <a:extLst xmlns:a="http://schemas.openxmlformats.org/drawingml/2006/main">
              <a:ext uri="{FF2B5EF4-FFF2-40B4-BE49-F238E27FC236}">
                <a16:creationId xmlns:a16="http://schemas.microsoft.com/office/drawing/2014/main" id="{D719F8F9-5EB7-4A25-8250-7F850807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Y_i1</a:t>
            </a:r>
          </a:p>
        </p:txBody>
      </p:sp>
      <p:sp>
        <p:nvSpPr>
          <p:cNvPr id="34" name="Y row 5 col 2">
            <a:extLst xmlns:a="http://schemas.openxmlformats.org/drawingml/2006/main">
              <a:ext uri="{FF2B5EF4-FFF2-40B4-BE49-F238E27FC236}">
                <a16:creationId xmlns:a16="http://schemas.microsoft.com/office/drawing/2014/main" id="{A7DA3FB7-26F3-4E24-9B62-B313FD0A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5" name="Y row 5 col 3">
            <a:extLst xmlns:a="http://schemas.openxmlformats.org/drawingml/2006/main">
              <a:ext uri="{FF2B5EF4-FFF2-40B4-BE49-F238E27FC236}">
                <a16:creationId xmlns:a16="http://schemas.microsoft.com/office/drawing/2014/main" id="{E8991F0C-CDC6-4B19-93AA-194E6C28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Y_i,k−1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A73EAC-2A10-4D7A-BBFB-205F74E7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3352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row i+1</a:t>
            </a:r>
          </a:p>
        </p:txBody>
      </p:sp>
      <p:sp>
        <p:nvSpPr>
          <p:cNvPr id="37" name="Y row 6 col 0">
            <a:extLst xmlns:a="http://schemas.openxmlformats.org/drawingml/2006/main">
              <a:ext uri="{FF2B5EF4-FFF2-40B4-BE49-F238E27FC236}">
                <a16:creationId xmlns:a16="http://schemas.microsoft.com/office/drawing/2014/main" id="{9DE3900F-11FE-48CC-B019-B479B109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Y_i+10</a:t>
            </a:r>
          </a:p>
        </p:txBody>
      </p:sp>
      <p:sp>
        <p:nvSpPr>
          <p:cNvPr id="38" name="Y row 6 col 1">
            <a:extLst xmlns:a="http://schemas.openxmlformats.org/drawingml/2006/main">
              <a:ext uri="{FF2B5EF4-FFF2-40B4-BE49-F238E27FC236}">
                <a16:creationId xmlns:a16="http://schemas.microsoft.com/office/drawing/2014/main" id="{121E595B-1A94-49A4-8EB7-AC056150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Y_i+11</a:t>
            </a:r>
          </a:p>
        </p:txBody>
      </p:sp>
      <p:sp>
        <p:nvSpPr>
          <p:cNvPr id="39" name="Y row 6 col 2">
            <a:extLst xmlns:a="http://schemas.openxmlformats.org/drawingml/2006/main">
              <a:ext uri="{FF2B5EF4-FFF2-40B4-BE49-F238E27FC236}">
                <a16:creationId xmlns:a16="http://schemas.microsoft.com/office/drawing/2014/main" id="{0115E6B2-FA11-44B3-86CD-09B89687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0" name="Y row 6 col 3">
            <a:extLst xmlns:a="http://schemas.openxmlformats.org/drawingml/2006/main">
              <a:ext uri="{FF2B5EF4-FFF2-40B4-BE49-F238E27FC236}">
                <a16:creationId xmlns:a16="http://schemas.microsoft.com/office/drawing/2014/main" id="{F3967C13-3A72-4A4F-A895-3CD9195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Y_i+1,k−1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F78ECE-DCA2-42F1-BC54-88E01D1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3733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42" name="Y row 7 col 0">
            <a:extLst xmlns:a="http://schemas.openxmlformats.org/drawingml/2006/main">
              <a:ext uri="{FF2B5EF4-FFF2-40B4-BE49-F238E27FC236}">
                <a16:creationId xmlns:a16="http://schemas.microsoft.com/office/drawing/2014/main" id="{76AE2B38-5670-4CFF-BBA8-92CAB3B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3" name="Y row 7 col 1">
            <a:extLst xmlns:a="http://schemas.openxmlformats.org/drawingml/2006/main">
              <a:ext uri="{FF2B5EF4-FFF2-40B4-BE49-F238E27FC236}">
                <a16:creationId xmlns:a16="http://schemas.microsoft.com/office/drawing/2014/main" id="{EFA689D0-2D96-4C3E-9B84-8D6C18C0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4" name="Y row 7 col 2">
            <a:extLst xmlns:a="http://schemas.openxmlformats.org/drawingml/2006/main">
              <a:ext uri="{FF2B5EF4-FFF2-40B4-BE49-F238E27FC236}">
                <a16:creationId xmlns:a16="http://schemas.microsoft.com/office/drawing/2014/main" id="{830FE11C-9614-4E9E-AB45-82E12A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5" name="Y row 7 col 3">
            <a:extLst xmlns:a="http://schemas.openxmlformats.org/drawingml/2006/main">
              <a:ext uri="{FF2B5EF4-FFF2-40B4-BE49-F238E27FC236}">
                <a16:creationId xmlns:a16="http://schemas.microsoft.com/office/drawing/2014/main" id="{B167FD6A-EBB4-4078-A315-8DFF0FB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C4A1E9-4FBB-4663-9262-AA0184A4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4114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443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row m_loc−1</a:t>
            </a:r>
          </a:p>
        </p:txBody>
      </p:sp>
      <p:sp>
        <p:nvSpPr>
          <p:cNvPr id="47" name="Y row 8 col 0">
            <a:extLst xmlns:a="http://schemas.openxmlformats.org/drawingml/2006/main">
              <a:ext uri="{FF2B5EF4-FFF2-40B4-BE49-F238E27FC236}">
                <a16:creationId xmlns:a16="http://schemas.microsoft.com/office/drawing/2014/main" id="{2D0B085C-54DE-407E-B1C4-94F96BE4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Y_m_loc−10</a:t>
            </a:r>
          </a:p>
        </p:txBody>
      </p:sp>
      <p:sp>
        <p:nvSpPr>
          <p:cNvPr id="48" name="Y row 8 col 1">
            <a:extLst xmlns:a="http://schemas.openxmlformats.org/drawingml/2006/main">
              <a:ext uri="{FF2B5EF4-FFF2-40B4-BE49-F238E27FC236}">
                <a16:creationId xmlns:a16="http://schemas.microsoft.com/office/drawing/2014/main" id="{E1602DEC-29AD-4C62-B0FB-B81811E4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Y_m_loc−11</a:t>
            </a:r>
          </a:p>
        </p:txBody>
      </p:sp>
      <p:sp>
        <p:nvSpPr>
          <p:cNvPr id="49" name="Y row 8 col 2">
            <a:extLst xmlns:a="http://schemas.openxmlformats.org/drawingml/2006/main">
              <a:ext uri="{FF2B5EF4-FFF2-40B4-BE49-F238E27FC236}">
                <a16:creationId xmlns:a16="http://schemas.microsoft.com/office/drawing/2014/main" id="{C290504E-3A36-44F2-BEF6-4B8E303C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0" name="Y row 8 col 3">
            <a:extLst xmlns:a="http://schemas.openxmlformats.org/drawingml/2006/main">
              <a:ext uri="{FF2B5EF4-FFF2-40B4-BE49-F238E27FC236}">
                <a16:creationId xmlns:a16="http://schemas.microsoft.com/office/drawing/2014/main" id="{4C35D8AA-2272-4E0D-9F4C-B8FFBB3F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Y_m_loc−1,k−1</a:t>
            </a:r>
          </a:p>
        </p:txBody>
      </p:sp>
      <p:sp>
        <p:nvSpPr>
          <p:cNvPr id="51" name="Blocco CUDA">
            <a:extLst xmlns:a="http://schemas.openxmlformats.org/drawingml/2006/main">
              <a:ext uri="{FF2B5EF4-FFF2-40B4-BE49-F238E27FC236}">
                <a16:creationId xmlns:a16="http://schemas.microsoft.com/office/drawing/2014/main" id="{47958D2A-7F70-440F-9FAC-949996B3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52500"/>
            <a:ext cx="2800350" cy="33147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0DBBBC-16AD-40AD-848A-109C2FCE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05727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CUDA thread block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929E31-E16F-4A85-9D30-933928CC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466850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0</a:t>
            </a:r>
          </a:p>
        </p:txBody>
      </p:sp>
      <p:sp>
        <p:nvSpPr>
          <p:cNvPr id="54" name="Assegnazione Warp 0">
            <a:extLst xmlns:a="http://schemas.openxmlformats.org/drawingml/2006/main">
              <a:ext uri="{FF2B5EF4-FFF2-40B4-BE49-F238E27FC236}">
                <a16:creationId xmlns:a16="http://schemas.microsoft.com/office/drawing/2014/main" id="{736D0124-8216-40A7-A5FF-6777C736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81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2FB40F-D39E-45D6-AE02-7AE5C91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952625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4288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1</a:t>
            </a:r>
          </a:p>
        </p:txBody>
      </p:sp>
      <p:sp>
        <p:nvSpPr>
          <p:cNvPr id="56" name="Assegnazione Warp 1">
            <a:extLst xmlns:a="http://schemas.openxmlformats.org/drawingml/2006/main">
              <a:ext uri="{FF2B5EF4-FFF2-40B4-BE49-F238E27FC236}">
                <a16:creationId xmlns:a16="http://schemas.microsoft.com/office/drawing/2014/main" id="{4E2FFA07-DD46-438E-9F11-3B0143D2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B86F7A-C2D8-4F88-95B6-25428F54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438400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4288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2</a:t>
            </a:r>
          </a:p>
        </p:txBody>
      </p:sp>
      <p:sp>
        <p:nvSpPr>
          <p:cNvPr id="58" name="Assegnazione Warp 2">
            <a:extLst xmlns:a="http://schemas.openxmlformats.org/drawingml/2006/main">
              <a:ext uri="{FF2B5EF4-FFF2-40B4-BE49-F238E27FC236}">
                <a16:creationId xmlns:a16="http://schemas.microsoft.com/office/drawing/2014/main" id="{CF7EFEBA-515A-41C8-B5B1-7CC66740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1B6662-CFE4-4131-B65B-F2C87E50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924175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4288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3</a:t>
            </a:r>
          </a:p>
        </p:txBody>
      </p:sp>
      <p:sp>
        <p:nvSpPr>
          <p:cNvPr id="60" name="Assegnazione Warp 3">
            <a:extLst xmlns:a="http://schemas.openxmlformats.org/drawingml/2006/main">
              <a:ext uri="{FF2B5EF4-FFF2-40B4-BE49-F238E27FC236}">
                <a16:creationId xmlns:a16="http://schemas.microsoft.com/office/drawing/2014/main" id="{1710B539-7F76-463B-8196-266D237B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BE8BE7-22DD-4E1C-830E-0ECA45CC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5337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128 thread = 4 warp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024E31-F724-45B2-B827-B3EF347E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8481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Ogni blocco elabora 4 righe di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DDA683-58B0-4735-B91D-DA118944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1362075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warp calcola</a:t>
            </a:r>
          </a:p>
          <a:p xmlns:a="http://schemas.openxmlformats.org/drawingml/2006/main">
            <a:pPr algn="ctr">
              <a:defRPr sz="16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una riga completa di 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58697E-0104-48DD-B970-8B826B0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524125"/>
            <a:ext cx="29622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UN WARP =</a:t>
            </a:r>
          </a:p>
          <a:p xmlns:a="http://schemas.openxmlformats.org/drawingml/2006/main">
            <a:pPr algn="ctr">
              <a:defRPr sz="21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UNA RIGA DI 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584BB1-77A3-46CD-908D-716E3B12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76237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warp_id = 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3788B3E-26BF-4D6E-809C-F159504B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55295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 blocchi successivi continuano sulle righe i = 4, 5, …, m_loc−1</a:t>
            </a:r>
          </a:p>
        </p:txBody>
      </p:sp>
      <p:sp>
        <p:nvSpPr>
          <p:cNvPr id="67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BD9087A1-23CE-49FD-B23A-FA1C1212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381625"/>
            <a:ext cx="10572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Con BLOCK_THREADS = 128, ogni blocco contiene 4 warp e produce 4 righe di Y</a:t>
            </a:r>
          </a:p>
        </p:txBody>
      </p:sp>
    </p:spTree>
    <p:extLst>
      <p:ext uri="{BB962C8B-B14F-4D97-AF65-F5344CB8AC3E}">
        <p14:creationId xmlns:p14="http://schemas.microsoft.com/office/powerpoint/2010/main" val="1169276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Titolo">
            <a:extLst xmlns:a="http://schemas.openxmlformats.org/drawingml/2006/main">
              <a:ext uri="{FF2B5EF4-FFF2-40B4-BE49-F238E27FC236}">
                <a16:creationId xmlns:a16="http://schemas.microsoft.com/office/drawing/2014/main" id="{67FD008C-1BFD-4495-8917-1306AD38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Zoom su un warp: dalla riga di A alla riga di Y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C0945064-167C-4983-80E8-AD43735E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07F53-F13D-47EA-8F52-F23757C8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394F9-4711-4C87-82FB-0B5444E2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03878-ECE0-4F9B-9652-BD5AF999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742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  (m_loc × n_loc)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CF305-E78C-4E38-A94E-22709868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742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 (n_loc × k)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796EB-4C18-4BB4-896E-8062812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742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Y  (m_loc × k)</a:t>
            </a:r>
          </a:p>
        </p:txBody>
      </p:sp>
      <p:sp>
        <p:nvSpPr>
          <p:cNvPr id="8" name="A 0 0">
            <a:extLst xmlns:a="http://schemas.openxmlformats.org/drawingml/2006/main">
              <a:ext uri="{FF2B5EF4-FFF2-40B4-BE49-F238E27FC236}">
                <a16:creationId xmlns:a16="http://schemas.microsoft.com/office/drawing/2014/main" id="{69368914-6B29-4900-A72F-E08E51C5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A 0 1">
            <a:extLst xmlns:a="http://schemas.openxmlformats.org/drawingml/2006/main">
              <a:ext uri="{FF2B5EF4-FFF2-40B4-BE49-F238E27FC236}">
                <a16:creationId xmlns:a16="http://schemas.microsoft.com/office/drawing/2014/main" id="{7437D65C-E7DD-4EF5-B44E-31E58C3F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0 2">
            <a:extLst xmlns:a="http://schemas.openxmlformats.org/drawingml/2006/main">
              <a:ext uri="{FF2B5EF4-FFF2-40B4-BE49-F238E27FC236}">
                <a16:creationId xmlns:a16="http://schemas.microsoft.com/office/drawing/2014/main" id="{0B95D53C-FCDB-41B1-92E0-2F81E70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0 3">
            <a:extLst xmlns:a="http://schemas.openxmlformats.org/drawingml/2006/main">
              <a:ext uri="{FF2B5EF4-FFF2-40B4-BE49-F238E27FC236}">
                <a16:creationId xmlns:a16="http://schemas.microsoft.com/office/drawing/2014/main" id="{ABABD66A-359F-4490-917F-E5578C91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0 4">
            <a:extLst xmlns:a="http://schemas.openxmlformats.org/drawingml/2006/main">
              <a:ext uri="{FF2B5EF4-FFF2-40B4-BE49-F238E27FC236}">
                <a16:creationId xmlns:a16="http://schemas.microsoft.com/office/drawing/2014/main" id="{29722088-C09F-4506-8EFC-8293EFD7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 0 5">
            <a:extLst xmlns:a="http://schemas.openxmlformats.org/drawingml/2006/main">
              <a:ext uri="{FF2B5EF4-FFF2-40B4-BE49-F238E27FC236}">
                <a16:creationId xmlns:a16="http://schemas.microsoft.com/office/drawing/2014/main" id="{74FFAA8E-F970-4BE7-9A94-C9D1154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 0 6">
            <a:extLst xmlns:a="http://schemas.openxmlformats.org/drawingml/2006/main">
              <a:ext uri="{FF2B5EF4-FFF2-40B4-BE49-F238E27FC236}">
                <a16:creationId xmlns:a16="http://schemas.microsoft.com/office/drawing/2014/main" id="{26418161-CF16-4889-B237-37773813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 0 7">
            <a:extLst xmlns:a="http://schemas.openxmlformats.org/drawingml/2006/main">
              <a:ext uri="{FF2B5EF4-FFF2-40B4-BE49-F238E27FC236}">
                <a16:creationId xmlns:a16="http://schemas.microsoft.com/office/drawing/2014/main" id="{D1D4208E-4AA6-46B9-8574-6FCA962B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A 0 8">
            <a:extLst xmlns:a="http://schemas.openxmlformats.org/drawingml/2006/main">
              <a:ext uri="{FF2B5EF4-FFF2-40B4-BE49-F238E27FC236}">
                <a16:creationId xmlns:a16="http://schemas.microsoft.com/office/drawing/2014/main" id="{FBFD09D9-9858-484B-9883-BE3D582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A 1 0">
            <a:extLst xmlns:a="http://schemas.openxmlformats.org/drawingml/2006/main">
              <a:ext uri="{FF2B5EF4-FFF2-40B4-BE49-F238E27FC236}">
                <a16:creationId xmlns:a16="http://schemas.microsoft.com/office/drawing/2014/main" id="{C1D0F3CD-402C-41A6-85DC-B161D3A2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A 1 1">
            <a:extLst xmlns:a="http://schemas.openxmlformats.org/drawingml/2006/main">
              <a:ext uri="{FF2B5EF4-FFF2-40B4-BE49-F238E27FC236}">
                <a16:creationId xmlns:a16="http://schemas.microsoft.com/office/drawing/2014/main" id="{AAF04136-50FD-4547-B47C-E7C0FF36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 1 2">
            <a:extLst xmlns:a="http://schemas.openxmlformats.org/drawingml/2006/main">
              <a:ext uri="{FF2B5EF4-FFF2-40B4-BE49-F238E27FC236}">
                <a16:creationId xmlns:a16="http://schemas.microsoft.com/office/drawing/2014/main" id="{8D1A7D54-15DE-457F-BB9E-4864C96E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A 1 3">
            <a:extLst xmlns:a="http://schemas.openxmlformats.org/drawingml/2006/main">
              <a:ext uri="{FF2B5EF4-FFF2-40B4-BE49-F238E27FC236}">
                <a16:creationId xmlns:a16="http://schemas.microsoft.com/office/drawing/2014/main" id="{601F237A-0192-4A56-A825-78C19225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A 1 4">
            <a:extLst xmlns:a="http://schemas.openxmlformats.org/drawingml/2006/main">
              <a:ext uri="{FF2B5EF4-FFF2-40B4-BE49-F238E27FC236}">
                <a16:creationId xmlns:a16="http://schemas.microsoft.com/office/drawing/2014/main" id="{63848D73-73A1-4B75-9203-ECB0FB33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A 1 5">
            <a:extLst xmlns:a="http://schemas.openxmlformats.org/drawingml/2006/main">
              <a:ext uri="{FF2B5EF4-FFF2-40B4-BE49-F238E27FC236}">
                <a16:creationId xmlns:a16="http://schemas.microsoft.com/office/drawing/2014/main" id="{5A31FF37-6AFA-4361-A428-10244669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A 1 6">
            <a:extLst xmlns:a="http://schemas.openxmlformats.org/drawingml/2006/main">
              <a:ext uri="{FF2B5EF4-FFF2-40B4-BE49-F238E27FC236}">
                <a16:creationId xmlns:a16="http://schemas.microsoft.com/office/drawing/2014/main" id="{8A429530-9058-42A8-A02E-CFC78CF1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A 1 7">
            <a:extLst xmlns:a="http://schemas.openxmlformats.org/drawingml/2006/main">
              <a:ext uri="{FF2B5EF4-FFF2-40B4-BE49-F238E27FC236}">
                <a16:creationId xmlns:a16="http://schemas.microsoft.com/office/drawing/2014/main" id="{D06D7E96-F101-443E-AD08-3204DE39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A 1 8">
            <a:extLst xmlns:a="http://schemas.openxmlformats.org/drawingml/2006/main">
              <a:ext uri="{FF2B5EF4-FFF2-40B4-BE49-F238E27FC236}">
                <a16:creationId xmlns:a16="http://schemas.microsoft.com/office/drawing/2014/main" id="{E9645C1C-012E-49F0-9065-16B7A9A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A 2 0">
            <a:extLst xmlns:a="http://schemas.openxmlformats.org/drawingml/2006/main">
              <a:ext uri="{FF2B5EF4-FFF2-40B4-BE49-F238E27FC236}">
                <a16:creationId xmlns:a16="http://schemas.microsoft.com/office/drawing/2014/main" id="{7BE7D718-7B08-42E8-BACB-894596C8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A 2 1">
            <a:extLst xmlns:a="http://schemas.openxmlformats.org/drawingml/2006/main">
              <a:ext uri="{FF2B5EF4-FFF2-40B4-BE49-F238E27FC236}">
                <a16:creationId xmlns:a16="http://schemas.microsoft.com/office/drawing/2014/main" id="{88A6D932-4AC5-4173-A92F-6F05A5B0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A 2 2">
            <a:extLst xmlns:a="http://schemas.openxmlformats.org/drawingml/2006/main">
              <a:ext uri="{FF2B5EF4-FFF2-40B4-BE49-F238E27FC236}">
                <a16:creationId xmlns:a16="http://schemas.microsoft.com/office/drawing/2014/main" id="{8EFC528C-AC7F-47A2-BEFD-694218C6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A 2 3">
            <a:extLst xmlns:a="http://schemas.openxmlformats.org/drawingml/2006/main">
              <a:ext uri="{FF2B5EF4-FFF2-40B4-BE49-F238E27FC236}">
                <a16:creationId xmlns:a16="http://schemas.microsoft.com/office/drawing/2014/main" id="{E143E116-BB36-4C04-B7A3-AFA0716B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A 2 4">
            <a:extLst xmlns:a="http://schemas.openxmlformats.org/drawingml/2006/main">
              <a:ext uri="{FF2B5EF4-FFF2-40B4-BE49-F238E27FC236}">
                <a16:creationId xmlns:a16="http://schemas.microsoft.com/office/drawing/2014/main" id="{9A1F3FCB-FCD6-4D64-963F-77A8CC06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A 2 5">
            <a:extLst xmlns:a="http://schemas.openxmlformats.org/drawingml/2006/main">
              <a:ext uri="{FF2B5EF4-FFF2-40B4-BE49-F238E27FC236}">
                <a16:creationId xmlns:a16="http://schemas.microsoft.com/office/drawing/2014/main" id="{27BEBDCB-3FC6-4296-B1AC-251746DC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A 2 6">
            <a:extLst xmlns:a="http://schemas.openxmlformats.org/drawingml/2006/main">
              <a:ext uri="{FF2B5EF4-FFF2-40B4-BE49-F238E27FC236}">
                <a16:creationId xmlns:a16="http://schemas.microsoft.com/office/drawing/2014/main" id="{999FC204-4F2C-4667-90E1-7A4FEDD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A 2 7">
            <a:extLst xmlns:a="http://schemas.openxmlformats.org/drawingml/2006/main">
              <a:ext uri="{FF2B5EF4-FFF2-40B4-BE49-F238E27FC236}">
                <a16:creationId xmlns:a16="http://schemas.microsoft.com/office/drawing/2014/main" id="{5079557C-BAEF-4A6A-BED2-3EFF28A5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A 2 8">
            <a:extLst xmlns:a="http://schemas.openxmlformats.org/drawingml/2006/main">
              <a:ext uri="{FF2B5EF4-FFF2-40B4-BE49-F238E27FC236}">
                <a16:creationId xmlns:a16="http://schemas.microsoft.com/office/drawing/2014/main" id="{ACBF1015-A1C3-4657-9207-46F9DBCF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A 3 0">
            <a:extLst xmlns:a="http://schemas.openxmlformats.org/drawingml/2006/main">
              <a:ext uri="{FF2B5EF4-FFF2-40B4-BE49-F238E27FC236}">
                <a16:creationId xmlns:a16="http://schemas.microsoft.com/office/drawing/2014/main" id="{EB782CC2-DE04-4EE1-944B-DD66D2CA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A_i0</a:t>
            </a:r>
          </a:p>
        </p:txBody>
      </p:sp>
      <p:sp>
        <p:nvSpPr>
          <p:cNvPr id="36" name="A 3 1">
            <a:extLst xmlns:a="http://schemas.openxmlformats.org/drawingml/2006/main">
              <a:ext uri="{FF2B5EF4-FFF2-40B4-BE49-F238E27FC236}">
                <a16:creationId xmlns:a16="http://schemas.microsoft.com/office/drawing/2014/main" id="{2993BF17-F94F-48AA-8D92-A4F9A483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A_i1</a:t>
            </a:r>
          </a:p>
        </p:txBody>
      </p:sp>
      <p:sp>
        <p:nvSpPr>
          <p:cNvPr id="37" name="A 3 2">
            <a:extLst xmlns:a="http://schemas.openxmlformats.org/drawingml/2006/main">
              <a:ext uri="{FF2B5EF4-FFF2-40B4-BE49-F238E27FC236}">
                <a16:creationId xmlns:a16="http://schemas.microsoft.com/office/drawing/2014/main" id="{51DE86A3-0E14-4A31-9FFC-D5477CFC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A_i2</a:t>
            </a:r>
          </a:p>
        </p:txBody>
      </p:sp>
      <p:sp>
        <p:nvSpPr>
          <p:cNvPr id="38" name="A 3 3">
            <a:extLst xmlns:a="http://schemas.openxmlformats.org/drawingml/2006/main">
              <a:ext uri="{FF2B5EF4-FFF2-40B4-BE49-F238E27FC236}">
                <a16:creationId xmlns:a16="http://schemas.microsoft.com/office/drawing/2014/main" id="{0967C193-3052-4A87-AAA8-4EF8B5BB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A_i3</a:t>
            </a:r>
          </a:p>
        </p:txBody>
      </p:sp>
      <p:sp>
        <p:nvSpPr>
          <p:cNvPr id="39" name="A 3 4">
            <a:extLst xmlns:a="http://schemas.openxmlformats.org/drawingml/2006/main">
              <a:ext uri="{FF2B5EF4-FFF2-40B4-BE49-F238E27FC236}">
                <a16:creationId xmlns:a16="http://schemas.microsoft.com/office/drawing/2014/main" id="{53D5466A-3236-4FA0-8630-F92CEB6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A 3 5">
            <a:extLst xmlns:a="http://schemas.openxmlformats.org/drawingml/2006/main">
              <a:ext uri="{FF2B5EF4-FFF2-40B4-BE49-F238E27FC236}">
                <a16:creationId xmlns:a16="http://schemas.microsoft.com/office/drawing/2014/main" id="{D775B675-D150-4D59-B860-2B6A66B5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A 3 6">
            <a:extLst xmlns:a="http://schemas.openxmlformats.org/drawingml/2006/main">
              <a:ext uri="{FF2B5EF4-FFF2-40B4-BE49-F238E27FC236}">
                <a16:creationId xmlns:a16="http://schemas.microsoft.com/office/drawing/2014/main" id="{0B753989-B9E3-4DC1-B5B1-68B7BDC4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A 3 7">
            <a:extLst xmlns:a="http://schemas.openxmlformats.org/drawingml/2006/main">
              <a:ext uri="{FF2B5EF4-FFF2-40B4-BE49-F238E27FC236}">
                <a16:creationId xmlns:a16="http://schemas.microsoft.com/office/drawing/2014/main" id="{A97FF847-2AC4-4B91-83FA-E85923EB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A 3 8">
            <a:extLst xmlns:a="http://schemas.openxmlformats.org/drawingml/2006/main">
              <a:ext uri="{FF2B5EF4-FFF2-40B4-BE49-F238E27FC236}">
                <a16:creationId xmlns:a16="http://schemas.microsoft.com/office/drawing/2014/main" id="{2D1C4A67-BA90-4222-A0A3-A3CEDC94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A 4 0">
            <a:extLst xmlns:a="http://schemas.openxmlformats.org/drawingml/2006/main">
              <a:ext uri="{FF2B5EF4-FFF2-40B4-BE49-F238E27FC236}">
                <a16:creationId xmlns:a16="http://schemas.microsoft.com/office/drawing/2014/main" id="{3EA731DF-280B-41C7-B84F-7045A553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A 4 1">
            <a:extLst xmlns:a="http://schemas.openxmlformats.org/drawingml/2006/main">
              <a:ext uri="{FF2B5EF4-FFF2-40B4-BE49-F238E27FC236}">
                <a16:creationId xmlns:a16="http://schemas.microsoft.com/office/drawing/2014/main" id="{8A483B68-7973-4680-986D-144ED512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A 4 2">
            <a:extLst xmlns:a="http://schemas.openxmlformats.org/drawingml/2006/main">
              <a:ext uri="{FF2B5EF4-FFF2-40B4-BE49-F238E27FC236}">
                <a16:creationId xmlns:a16="http://schemas.microsoft.com/office/drawing/2014/main" id="{25C43F33-B4DC-47BE-A8AB-8ED6724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A 4 3">
            <a:extLst xmlns:a="http://schemas.openxmlformats.org/drawingml/2006/main">
              <a:ext uri="{FF2B5EF4-FFF2-40B4-BE49-F238E27FC236}">
                <a16:creationId xmlns:a16="http://schemas.microsoft.com/office/drawing/2014/main" id="{CE19338D-B484-4F26-AA41-88465B2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A 4 4">
            <a:extLst xmlns:a="http://schemas.openxmlformats.org/drawingml/2006/main">
              <a:ext uri="{FF2B5EF4-FFF2-40B4-BE49-F238E27FC236}">
                <a16:creationId xmlns:a16="http://schemas.microsoft.com/office/drawing/2014/main" id="{B8DB775C-9A4C-4130-B962-06B15013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A 4 5">
            <a:extLst xmlns:a="http://schemas.openxmlformats.org/drawingml/2006/main">
              <a:ext uri="{FF2B5EF4-FFF2-40B4-BE49-F238E27FC236}">
                <a16:creationId xmlns:a16="http://schemas.microsoft.com/office/drawing/2014/main" id="{642C9DCC-A4B9-47CE-B614-8190DBE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A 4 6">
            <a:extLst xmlns:a="http://schemas.openxmlformats.org/drawingml/2006/main">
              <a:ext uri="{FF2B5EF4-FFF2-40B4-BE49-F238E27FC236}">
                <a16:creationId xmlns:a16="http://schemas.microsoft.com/office/drawing/2014/main" id="{583FC1A1-AE74-45C6-8747-B21034E2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A 4 7">
            <a:extLst xmlns:a="http://schemas.openxmlformats.org/drawingml/2006/main">
              <a:ext uri="{FF2B5EF4-FFF2-40B4-BE49-F238E27FC236}">
                <a16:creationId xmlns:a16="http://schemas.microsoft.com/office/drawing/2014/main" id="{FF3BE149-BFFD-4B10-81A0-61CC298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A 4 8">
            <a:extLst xmlns:a="http://schemas.openxmlformats.org/drawingml/2006/main">
              <a:ext uri="{FF2B5EF4-FFF2-40B4-BE49-F238E27FC236}">
                <a16:creationId xmlns:a16="http://schemas.microsoft.com/office/drawing/2014/main" id="{3C120F1E-67A1-45B3-B078-21FB3B3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A 5 0">
            <a:extLst xmlns:a="http://schemas.openxmlformats.org/drawingml/2006/main">
              <a:ext uri="{FF2B5EF4-FFF2-40B4-BE49-F238E27FC236}">
                <a16:creationId xmlns:a16="http://schemas.microsoft.com/office/drawing/2014/main" id="{D6A1857A-8D29-492C-8414-ECB0D8A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A 5 1">
            <a:extLst xmlns:a="http://schemas.openxmlformats.org/drawingml/2006/main">
              <a:ext uri="{FF2B5EF4-FFF2-40B4-BE49-F238E27FC236}">
                <a16:creationId xmlns:a16="http://schemas.microsoft.com/office/drawing/2014/main" id="{62B0B86B-20AC-429D-B056-E27EB633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A 5 2">
            <a:extLst xmlns:a="http://schemas.openxmlformats.org/drawingml/2006/main">
              <a:ext uri="{FF2B5EF4-FFF2-40B4-BE49-F238E27FC236}">
                <a16:creationId xmlns:a16="http://schemas.microsoft.com/office/drawing/2014/main" id="{4C3698B1-1F62-467D-816D-138B4879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A 5 3">
            <a:extLst xmlns:a="http://schemas.openxmlformats.org/drawingml/2006/main">
              <a:ext uri="{FF2B5EF4-FFF2-40B4-BE49-F238E27FC236}">
                <a16:creationId xmlns:a16="http://schemas.microsoft.com/office/drawing/2014/main" id="{263B8A8F-30DB-4867-8CBD-8441276E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A 5 4">
            <a:extLst xmlns:a="http://schemas.openxmlformats.org/drawingml/2006/main">
              <a:ext uri="{FF2B5EF4-FFF2-40B4-BE49-F238E27FC236}">
                <a16:creationId xmlns:a16="http://schemas.microsoft.com/office/drawing/2014/main" id="{E1F2AE0F-EC94-4722-BA84-8908CBC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A 5 5">
            <a:extLst xmlns:a="http://schemas.openxmlformats.org/drawingml/2006/main">
              <a:ext uri="{FF2B5EF4-FFF2-40B4-BE49-F238E27FC236}">
                <a16:creationId xmlns:a16="http://schemas.microsoft.com/office/drawing/2014/main" id="{11B475BA-4BC5-44C7-A098-B3C57A36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A 5 6">
            <a:extLst xmlns:a="http://schemas.openxmlformats.org/drawingml/2006/main">
              <a:ext uri="{FF2B5EF4-FFF2-40B4-BE49-F238E27FC236}">
                <a16:creationId xmlns:a16="http://schemas.microsoft.com/office/drawing/2014/main" id="{364322AA-46D4-49B3-943D-AA6DE9B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A 5 7">
            <a:extLst xmlns:a="http://schemas.openxmlformats.org/drawingml/2006/main">
              <a:ext uri="{FF2B5EF4-FFF2-40B4-BE49-F238E27FC236}">
                <a16:creationId xmlns:a16="http://schemas.microsoft.com/office/drawing/2014/main" id="{F95A98C4-87AE-405C-893B-38AE100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A 5 8">
            <a:extLst xmlns:a="http://schemas.openxmlformats.org/drawingml/2006/main">
              <a:ext uri="{FF2B5EF4-FFF2-40B4-BE49-F238E27FC236}">
                <a16:creationId xmlns:a16="http://schemas.microsoft.com/office/drawing/2014/main" id="{19C2FC30-6429-4470-9997-A9613136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A 6 0">
            <a:extLst xmlns:a="http://schemas.openxmlformats.org/drawingml/2006/main">
              <a:ext uri="{FF2B5EF4-FFF2-40B4-BE49-F238E27FC236}">
                <a16:creationId xmlns:a16="http://schemas.microsoft.com/office/drawing/2014/main" id="{C50F95B8-A9B3-4FDA-9D43-5F348084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A 6 1">
            <a:extLst xmlns:a="http://schemas.openxmlformats.org/drawingml/2006/main">
              <a:ext uri="{FF2B5EF4-FFF2-40B4-BE49-F238E27FC236}">
                <a16:creationId xmlns:a16="http://schemas.microsoft.com/office/drawing/2014/main" id="{B12251F0-6676-467F-8A2E-B3CF0F15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A 6 2">
            <a:extLst xmlns:a="http://schemas.openxmlformats.org/drawingml/2006/main">
              <a:ext uri="{FF2B5EF4-FFF2-40B4-BE49-F238E27FC236}">
                <a16:creationId xmlns:a16="http://schemas.microsoft.com/office/drawing/2014/main" id="{25748F3C-6513-40E9-BA1B-BFCC9D7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A 6 3">
            <a:extLst xmlns:a="http://schemas.openxmlformats.org/drawingml/2006/main">
              <a:ext uri="{FF2B5EF4-FFF2-40B4-BE49-F238E27FC236}">
                <a16:creationId xmlns:a16="http://schemas.microsoft.com/office/drawing/2014/main" id="{32DD9CA9-4C76-4D0C-BB81-BC96F0C3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A 6 4">
            <a:extLst xmlns:a="http://schemas.openxmlformats.org/drawingml/2006/main">
              <a:ext uri="{FF2B5EF4-FFF2-40B4-BE49-F238E27FC236}">
                <a16:creationId xmlns:a16="http://schemas.microsoft.com/office/drawing/2014/main" id="{2D6FD1FB-0F0C-48DE-9807-7DA0DDE5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A 6 5">
            <a:extLst xmlns:a="http://schemas.openxmlformats.org/drawingml/2006/main">
              <a:ext uri="{FF2B5EF4-FFF2-40B4-BE49-F238E27FC236}">
                <a16:creationId xmlns:a16="http://schemas.microsoft.com/office/drawing/2014/main" id="{3B12DD67-70B2-48B3-B1D0-84F68807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A 6 6">
            <a:extLst xmlns:a="http://schemas.openxmlformats.org/drawingml/2006/main">
              <a:ext uri="{FF2B5EF4-FFF2-40B4-BE49-F238E27FC236}">
                <a16:creationId xmlns:a16="http://schemas.microsoft.com/office/drawing/2014/main" id="{E6503C97-E22E-4EAE-A885-AF950FE5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A 6 7">
            <a:extLst xmlns:a="http://schemas.openxmlformats.org/drawingml/2006/main">
              <a:ext uri="{FF2B5EF4-FFF2-40B4-BE49-F238E27FC236}">
                <a16:creationId xmlns:a16="http://schemas.microsoft.com/office/drawing/2014/main" id="{F4EE8D41-7BC4-4362-9930-557B00E0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A 6 8">
            <a:extLst xmlns:a="http://schemas.openxmlformats.org/drawingml/2006/main">
              <a:ext uri="{FF2B5EF4-FFF2-40B4-BE49-F238E27FC236}">
                <a16:creationId xmlns:a16="http://schemas.microsoft.com/office/drawing/2014/main" id="{278ECB1E-4054-4322-93D4-923DEAD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A 7 0">
            <a:extLst xmlns:a="http://schemas.openxmlformats.org/drawingml/2006/main">
              <a:ext uri="{FF2B5EF4-FFF2-40B4-BE49-F238E27FC236}">
                <a16:creationId xmlns:a16="http://schemas.microsoft.com/office/drawing/2014/main" id="{F73EB6D9-6828-4A1C-B051-0B0A9F5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A 7 1">
            <a:extLst xmlns:a="http://schemas.openxmlformats.org/drawingml/2006/main">
              <a:ext uri="{FF2B5EF4-FFF2-40B4-BE49-F238E27FC236}">
                <a16:creationId xmlns:a16="http://schemas.microsoft.com/office/drawing/2014/main" id="{14566C64-EFE4-4A6C-948B-5F95A3EA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A 7 2">
            <a:extLst xmlns:a="http://schemas.openxmlformats.org/drawingml/2006/main">
              <a:ext uri="{FF2B5EF4-FFF2-40B4-BE49-F238E27FC236}">
                <a16:creationId xmlns:a16="http://schemas.microsoft.com/office/drawing/2014/main" id="{832577E1-1CC3-4977-9170-64D78CA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A 7 3">
            <a:extLst xmlns:a="http://schemas.openxmlformats.org/drawingml/2006/main">
              <a:ext uri="{FF2B5EF4-FFF2-40B4-BE49-F238E27FC236}">
                <a16:creationId xmlns:a16="http://schemas.microsoft.com/office/drawing/2014/main" id="{DA26BE4B-A88D-42B2-8B25-B0025EEE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A 7 4">
            <a:extLst xmlns:a="http://schemas.openxmlformats.org/drawingml/2006/main">
              <a:ext uri="{FF2B5EF4-FFF2-40B4-BE49-F238E27FC236}">
                <a16:creationId xmlns:a16="http://schemas.microsoft.com/office/drawing/2014/main" id="{D8EBC20A-80EB-4F2C-B21E-B8AFE44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A 7 5">
            <a:extLst xmlns:a="http://schemas.openxmlformats.org/drawingml/2006/main">
              <a:ext uri="{FF2B5EF4-FFF2-40B4-BE49-F238E27FC236}">
                <a16:creationId xmlns:a16="http://schemas.microsoft.com/office/drawing/2014/main" id="{0D9339E3-6DD0-44D5-B404-CE84CB87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A 7 6">
            <a:extLst xmlns:a="http://schemas.openxmlformats.org/drawingml/2006/main">
              <a:ext uri="{FF2B5EF4-FFF2-40B4-BE49-F238E27FC236}">
                <a16:creationId xmlns:a16="http://schemas.microsoft.com/office/drawing/2014/main" id="{EAC916D5-707E-4BCA-9062-BB67634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A 7 7">
            <a:extLst xmlns:a="http://schemas.openxmlformats.org/drawingml/2006/main">
              <a:ext uri="{FF2B5EF4-FFF2-40B4-BE49-F238E27FC236}">
                <a16:creationId xmlns:a16="http://schemas.microsoft.com/office/drawing/2014/main" id="{8F11DC97-1809-4604-9F48-E071EFE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A 7 8">
            <a:extLst xmlns:a="http://schemas.openxmlformats.org/drawingml/2006/main">
              <a:ext uri="{FF2B5EF4-FFF2-40B4-BE49-F238E27FC236}">
                <a16:creationId xmlns:a16="http://schemas.microsoft.com/office/drawing/2014/main" id="{9E6BC4F0-9AC0-426D-9E53-CE696240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441009-6461-42B9-A2B8-9F94A2D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19621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riga 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E0A9C6B-BB1A-4C5F-BBA3-BA3446A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276475"/>
            <a:ext cx="3143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82" name="X 0 0">
            <a:extLst xmlns:a="http://schemas.openxmlformats.org/drawingml/2006/main">
              <a:ext uri="{FF2B5EF4-FFF2-40B4-BE49-F238E27FC236}">
                <a16:creationId xmlns:a16="http://schemas.microsoft.com/office/drawing/2014/main" id="{F42E0720-C828-4E57-A969-65FC8D26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X 0 1">
            <a:extLst xmlns:a="http://schemas.openxmlformats.org/drawingml/2006/main">
              <a:ext uri="{FF2B5EF4-FFF2-40B4-BE49-F238E27FC236}">
                <a16:creationId xmlns:a16="http://schemas.microsoft.com/office/drawing/2014/main" id="{98D1ADCC-39F7-4AA5-9891-0BA23F7E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X 0 2">
            <a:extLst xmlns:a="http://schemas.openxmlformats.org/drawingml/2006/main">
              <a:ext uri="{FF2B5EF4-FFF2-40B4-BE49-F238E27FC236}">
                <a16:creationId xmlns:a16="http://schemas.microsoft.com/office/drawing/2014/main" id="{53E64DD2-A961-44DD-A26F-DBFCF67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X 0 3">
            <a:extLst xmlns:a="http://schemas.openxmlformats.org/drawingml/2006/main">
              <a:ext uri="{FF2B5EF4-FFF2-40B4-BE49-F238E27FC236}">
                <a16:creationId xmlns:a16="http://schemas.microsoft.com/office/drawing/2014/main" id="{3449C0CD-5937-495D-A0E1-04EDC3EE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X 0 4">
            <a:extLst xmlns:a="http://schemas.openxmlformats.org/drawingml/2006/main">
              <a:ext uri="{FF2B5EF4-FFF2-40B4-BE49-F238E27FC236}">
                <a16:creationId xmlns:a16="http://schemas.microsoft.com/office/drawing/2014/main" id="{E49B0419-1D9C-429B-A7FE-276B761C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X 0 5">
            <a:extLst xmlns:a="http://schemas.openxmlformats.org/drawingml/2006/main">
              <a:ext uri="{FF2B5EF4-FFF2-40B4-BE49-F238E27FC236}">
                <a16:creationId xmlns:a16="http://schemas.microsoft.com/office/drawing/2014/main" id="{87FD293D-669F-4DE4-B180-C6000CDF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X 1 0">
            <a:extLst xmlns:a="http://schemas.openxmlformats.org/drawingml/2006/main">
              <a:ext uri="{FF2B5EF4-FFF2-40B4-BE49-F238E27FC236}">
                <a16:creationId xmlns:a16="http://schemas.microsoft.com/office/drawing/2014/main" id="{80062E2B-398D-49FD-B8DA-CE7077B9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X 1 1">
            <a:extLst xmlns:a="http://schemas.openxmlformats.org/drawingml/2006/main">
              <a:ext uri="{FF2B5EF4-FFF2-40B4-BE49-F238E27FC236}">
                <a16:creationId xmlns:a16="http://schemas.microsoft.com/office/drawing/2014/main" id="{528C5017-EA1A-4CC1-9BEA-E102B2B3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0" name="X 1 2">
            <a:extLst xmlns:a="http://schemas.openxmlformats.org/drawingml/2006/main">
              <a:ext uri="{FF2B5EF4-FFF2-40B4-BE49-F238E27FC236}">
                <a16:creationId xmlns:a16="http://schemas.microsoft.com/office/drawing/2014/main" id="{A325DBE4-A3B3-40EE-B114-9D4DB725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X 1 3">
            <a:extLst xmlns:a="http://schemas.openxmlformats.org/drawingml/2006/main">
              <a:ext uri="{FF2B5EF4-FFF2-40B4-BE49-F238E27FC236}">
                <a16:creationId xmlns:a16="http://schemas.microsoft.com/office/drawing/2014/main" id="{8459C832-533F-4D2F-A0EA-3566EA9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X 1 4">
            <a:extLst xmlns:a="http://schemas.openxmlformats.org/drawingml/2006/main">
              <a:ext uri="{FF2B5EF4-FFF2-40B4-BE49-F238E27FC236}">
                <a16:creationId xmlns:a16="http://schemas.microsoft.com/office/drawing/2014/main" id="{9712F5EA-14C5-4183-AEC5-16E8CF2F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X 1 5">
            <a:extLst xmlns:a="http://schemas.openxmlformats.org/drawingml/2006/main">
              <a:ext uri="{FF2B5EF4-FFF2-40B4-BE49-F238E27FC236}">
                <a16:creationId xmlns:a16="http://schemas.microsoft.com/office/drawing/2014/main" id="{6334DFC4-C167-443E-AFA3-FC482BE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X 2 0">
            <a:extLst xmlns:a="http://schemas.openxmlformats.org/drawingml/2006/main">
              <a:ext uri="{FF2B5EF4-FFF2-40B4-BE49-F238E27FC236}">
                <a16:creationId xmlns:a16="http://schemas.microsoft.com/office/drawing/2014/main" id="{3965BDD1-67BF-410C-873F-90AC093F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X 2 1">
            <a:extLst xmlns:a="http://schemas.openxmlformats.org/drawingml/2006/main">
              <a:ext uri="{FF2B5EF4-FFF2-40B4-BE49-F238E27FC236}">
                <a16:creationId xmlns:a16="http://schemas.microsoft.com/office/drawing/2014/main" id="{7FF54EF7-060C-4737-BA46-D156622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X 2 2">
            <a:extLst xmlns:a="http://schemas.openxmlformats.org/drawingml/2006/main">
              <a:ext uri="{FF2B5EF4-FFF2-40B4-BE49-F238E27FC236}">
                <a16:creationId xmlns:a16="http://schemas.microsoft.com/office/drawing/2014/main" id="{D8911680-42B4-48B3-8EF7-96F9D19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X 2 3">
            <a:extLst xmlns:a="http://schemas.openxmlformats.org/drawingml/2006/main">
              <a:ext uri="{FF2B5EF4-FFF2-40B4-BE49-F238E27FC236}">
                <a16:creationId xmlns:a16="http://schemas.microsoft.com/office/drawing/2014/main" id="{4C8BA8CB-660F-4FEA-A1AF-A96E7D71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X 2 4">
            <a:extLst xmlns:a="http://schemas.openxmlformats.org/drawingml/2006/main">
              <a:ext uri="{FF2B5EF4-FFF2-40B4-BE49-F238E27FC236}">
                <a16:creationId xmlns:a16="http://schemas.microsoft.com/office/drawing/2014/main" id="{4B49083B-4ED9-4EE6-8D0A-6819675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X 2 5">
            <a:extLst xmlns:a="http://schemas.openxmlformats.org/drawingml/2006/main">
              <a:ext uri="{FF2B5EF4-FFF2-40B4-BE49-F238E27FC236}">
                <a16:creationId xmlns:a16="http://schemas.microsoft.com/office/drawing/2014/main" id="{425D9FED-E228-473C-8A2C-F3AA7E50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X 3 0">
            <a:extLst xmlns:a="http://schemas.openxmlformats.org/drawingml/2006/main">
              <a:ext uri="{FF2B5EF4-FFF2-40B4-BE49-F238E27FC236}">
                <a16:creationId xmlns:a16="http://schemas.microsoft.com/office/drawing/2014/main" id="{521ADC6F-1201-46B6-A80E-6E73700A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X 3 1">
            <a:extLst xmlns:a="http://schemas.openxmlformats.org/drawingml/2006/main">
              <a:ext uri="{FF2B5EF4-FFF2-40B4-BE49-F238E27FC236}">
                <a16:creationId xmlns:a16="http://schemas.microsoft.com/office/drawing/2014/main" id="{C5F0247C-B990-49EE-84D3-372902B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X 3 2">
            <a:extLst xmlns:a="http://schemas.openxmlformats.org/drawingml/2006/main">
              <a:ext uri="{FF2B5EF4-FFF2-40B4-BE49-F238E27FC236}">
                <a16:creationId xmlns:a16="http://schemas.microsoft.com/office/drawing/2014/main" id="{3DBB258C-1511-41CE-869E-420559AD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X 3 3">
            <a:extLst xmlns:a="http://schemas.openxmlformats.org/drawingml/2006/main">
              <a:ext uri="{FF2B5EF4-FFF2-40B4-BE49-F238E27FC236}">
                <a16:creationId xmlns:a16="http://schemas.microsoft.com/office/drawing/2014/main" id="{765A60ED-BB42-47E2-B515-CF11C61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X 3 4">
            <a:extLst xmlns:a="http://schemas.openxmlformats.org/drawingml/2006/main">
              <a:ext uri="{FF2B5EF4-FFF2-40B4-BE49-F238E27FC236}">
                <a16:creationId xmlns:a16="http://schemas.microsoft.com/office/drawing/2014/main" id="{8EA4AFAB-69C9-4F51-A9C2-C3A93FE6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X 3 5">
            <a:extLst xmlns:a="http://schemas.openxmlformats.org/drawingml/2006/main">
              <a:ext uri="{FF2B5EF4-FFF2-40B4-BE49-F238E27FC236}">
                <a16:creationId xmlns:a16="http://schemas.microsoft.com/office/drawing/2014/main" id="{783D21EC-A3D2-4691-A1E7-F45BF874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X 4 0">
            <a:extLst xmlns:a="http://schemas.openxmlformats.org/drawingml/2006/main">
              <a:ext uri="{FF2B5EF4-FFF2-40B4-BE49-F238E27FC236}">
                <a16:creationId xmlns:a16="http://schemas.microsoft.com/office/drawing/2014/main" id="{058BD4C8-C329-4E13-A23D-D811320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X 4 1">
            <a:extLst xmlns:a="http://schemas.openxmlformats.org/drawingml/2006/main">
              <a:ext uri="{FF2B5EF4-FFF2-40B4-BE49-F238E27FC236}">
                <a16:creationId xmlns:a16="http://schemas.microsoft.com/office/drawing/2014/main" id="{5CB32F66-8298-4941-9F87-9E2D74C9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X 4 2">
            <a:extLst xmlns:a="http://schemas.openxmlformats.org/drawingml/2006/main">
              <a:ext uri="{FF2B5EF4-FFF2-40B4-BE49-F238E27FC236}">
                <a16:creationId xmlns:a16="http://schemas.microsoft.com/office/drawing/2014/main" id="{A4E9BCE7-B425-4872-BF27-FBEF0B78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X 4 3">
            <a:extLst xmlns:a="http://schemas.openxmlformats.org/drawingml/2006/main">
              <a:ext uri="{FF2B5EF4-FFF2-40B4-BE49-F238E27FC236}">
                <a16:creationId xmlns:a16="http://schemas.microsoft.com/office/drawing/2014/main" id="{273CF2C0-89EB-4489-8D93-A79E22A0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X 4 4">
            <a:extLst xmlns:a="http://schemas.openxmlformats.org/drawingml/2006/main">
              <a:ext uri="{FF2B5EF4-FFF2-40B4-BE49-F238E27FC236}">
                <a16:creationId xmlns:a16="http://schemas.microsoft.com/office/drawing/2014/main" id="{FFB46D94-8AAB-4ECF-9282-755CFEB7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X 4 5">
            <a:extLst xmlns:a="http://schemas.openxmlformats.org/drawingml/2006/main">
              <a:ext uri="{FF2B5EF4-FFF2-40B4-BE49-F238E27FC236}">
                <a16:creationId xmlns:a16="http://schemas.microsoft.com/office/drawing/2014/main" id="{FD240FB0-8B4E-4FE6-AFB8-4CD2AC7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X 5 0">
            <a:extLst xmlns:a="http://schemas.openxmlformats.org/drawingml/2006/main">
              <a:ext uri="{FF2B5EF4-FFF2-40B4-BE49-F238E27FC236}">
                <a16:creationId xmlns:a16="http://schemas.microsoft.com/office/drawing/2014/main" id="{C003862D-5B60-42A9-AEAC-6419A4D8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X 5 1">
            <a:extLst xmlns:a="http://schemas.openxmlformats.org/drawingml/2006/main">
              <a:ext uri="{FF2B5EF4-FFF2-40B4-BE49-F238E27FC236}">
                <a16:creationId xmlns:a16="http://schemas.microsoft.com/office/drawing/2014/main" id="{B1F3757D-E80D-4706-9060-B9313B39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X 5 2">
            <a:extLst xmlns:a="http://schemas.openxmlformats.org/drawingml/2006/main">
              <a:ext uri="{FF2B5EF4-FFF2-40B4-BE49-F238E27FC236}">
                <a16:creationId xmlns:a16="http://schemas.microsoft.com/office/drawing/2014/main" id="{E3EA382F-A4AC-40A5-8102-7B0B4AFA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X 5 3">
            <a:extLst xmlns:a="http://schemas.openxmlformats.org/drawingml/2006/main">
              <a:ext uri="{FF2B5EF4-FFF2-40B4-BE49-F238E27FC236}">
                <a16:creationId xmlns:a16="http://schemas.microsoft.com/office/drawing/2014/main" id="{CBB3BD27-3A2C-4339-B367-28B8D64E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X 5 4">
            <a:extLst xmlns:a="http://schemas.openxmlformats.org/drawingml/2006/main">
              <a:ext uri="{FF2B5EF4-FFF2-40B4-BE49-F238E27FC236}">
                <a16:creationId xmlns:a16="http://schemas.microsoft.com/office/drawing/2014/main" id="{9B51C3A2-D066-45A6-83E3-43FE15D4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X 5 5">
            <a:extLst xmlns:a="http://schemas.openxmlformats.org/drawingml/2006/main">
              <a:ext uri="{FF2B5EF4-FFF2-40B4-BE49-F238E27FC236}">
                <a16:creationId xmlns:a16="http://schemas.microsoft.com/office/drawing/2014/main" id="{59F94394-1472-40A6-8A82-C4A78072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X 6 0">
            <a:extLst xmlns:a="http://schemas.openxmlformats.org/drawingml/2006/main">
              <a:ext uri="{FF2B5EF4-FFF2-40B4-BE49-F238E27FC236}">
                <a16:creationId xmlns:a16="http://schemas.microsoft.com/office/drawing/2014/main" id="{5CE55DA8-7CA0-4CB6-B9F1-855BB253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X 6 1">
            <a:extLst xmlns:a="http://schemas.openxmlformats.org/drawingml/2006/main">
              <a:ext uri="{FF2B5EF4-FFF2-40B4-BE49-F238E27FC236}">
                <a16:creationId xmlns:a16="http://schemas.microsoft.com/office/drawing/2014/main" id="{1252C2E5-B167-4D25-8E0E-A444F274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X 6 2">
            <a:extLst xmlns:a="http://schemas.openxmlformats.org/drawingml/2006/main">
              <a:ext uri="{FF2B5EF4-FFF2-40B4-BE49-F238E27FC236}">
                <a16:creationId xmlns:a16="http://schemas.microsoft.com/office/drawing/2014/main" id="{7E0868E7-D105-4C12-A9C4-E273476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X 6 3">
            <a:extLst xmlns:a="http://schemas.openxmlformats.org/drawingml/2006/main">
              <a:ext uri="{FF2B5EF4-FFF2-40B4-BE49-F238E27FC236}">
                <a16:creationId xmlns:a16="http://schemas.microsoft.com/office/drawing/2014/main" id="{BFA3FBB4-2FEA-4924-ABAF-8F86F0F3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X 6 4">
            <a:extLst xmlns:a="http://schemas.openxmlformats.org/drawingml/2006/main">
              <a:ext uri="{FF2B5EF4-FFF2-40B4-BE49-F238E27FC236}">
                <a16:creationId xmlns:a16="http://schemas.microsoft.com/office/drawing/2014/main" id="{D649B143-218D-45FB-B8ED-EF647A3A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X 6 5">
            <a:extLst xmlns:a="http://schemas.openxmlformats.org/drawingml/2006/main">
              <a:ext uri="{FF2B5EF4-FFF2-40B4-BE49-F238E27FC236}">
                <a16:creationId xmlns:a16="http://schemas.microsoft.com/office/drawing/2014/main" id="{15EB12EE-ECB8-4303-9F22-9010862E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X 7 0">
            <a:extLst xmlns:a="http://schemas.openxmlformats.org/drawingml/2006/main">
              <a:ext uri="{FF2B5EF4-FFF2-40B4-BE49-F238E27FC236}">
                <a16:creationId xmlns:a16="http://schemas.microsoft.com/office/drawing/2014/main" id="{CD9F26D9-DF9C-44D3-9F53-FB9E2BC6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X 7 1">
            <a:extLst xmlns:a="http://schemas.openxmlformats.org/drawingml/2006/main">
              <a:ext uri="{FF2B5EF4-FFF2-40B4-BE49-F238E27FC236}">
                <a16:creationId xmlns:a16="http://schemas.microsoft.com/office/drawing/2014/main" id="{A0D1A717-4378-46B9-9A5D-D4D66279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X 7 2">
            <a:extLst xmlns:a="http://schemas.openxmlformats.org/drawingml/2006/main">
              <a:ext uri="{FF2B5EF4-FFF2-40B4-BE49-F238E27FC236}">
                <a16:creationId xmlns:a16="http://schemas.microsoft.com/office/drawing/2014/main" id="{E01091DD-6E16-416A-9251-D3D9805F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7" name="X 7 3">
            <a:extLst xmlns:a="http://schemas.openxmlformats.org/drawingml/2006/main">
              <a:ext uri="{FF2B5EF4-FFF2-40B4-BE49-F238E27FC236}">
                <a16:creationId xmlns:a16="http://schemas.microsoft.com/office/drawing/2014/main" id="{6DC369E7-A981-499F-845E-A1BD4C06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8" name="X 7 4">
            <a:extLst xmlns:a="http://schemas.openxmlformats.org/drawingml/2006/main">
              <a:ext uri="{FF2B5EF4-FFF2-40B4-BE49-F238E27FC236}">
                <a16:creationId xmlns:a16="http://schemas.microsoft.com/office/drawing/2014/main" id="{A6EE7B23-1C07-4214-A4DD-E674BAF2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X 7 5">
            <a:extLst xmlns:a="http://schemas.openxmlformats.org/drawingml/2006/main">
              <a:ext uri="{FF2B5EF4-FFF2-40B4-BE49-F238E27FC236}">
                <a16:creationId xmlns:a16="http://schemas.microsoft.com/office/drawing/2014/main" id="{AC66A0DF-729B-4170-ACC9-59340A1A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0" name="Y 0 0">
            <a:extLst xmlns:a="http://schemas.openxmlformats.org/drawingml/2006/main">
              <a:ext uri="{FF2B5EF4-FFF2-40B4-BE49-F238E27FC236}">
                <a16:creationId xmlns:a16="http://schemas.microsoft.com/office/drawing/2014/main" id="{4890914B-C34A-4559-9666-DA2C46FC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Y 0 1">
            <a:extLst xmlns:a="http://schemas.openxmlformats.org/drawingml/2006/main">
              <a:ext uri="{FF2B5EF4-FFF2-40B4-BE49-F238E27FC236}">
                <a16:creationId xmlns:a16="http://schemas.microsoft.com/office/drawing/2014/main" id="{49FF4274-6362-48C0-A2A2-B30D30B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Y 0 2">
            <a:extLst xmlns:a="http://schemas.openxmlformats.org/drawingml/2006/main">
              <a:ext uri="{FF2B5EF4-FFF2-40B4-BE49-F238E27FC236}">
                <a16:creationId xmlns:a16="http://schemas.microsoft.com/office/drawing/2014/main" id="{E4E84423-E776-4FAC-9A16-75DF708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Y 0 3">
            <a:extLst xmlns:a="http://schemas.openxmlformats.org/drawingml/2006/main">
              <a:ext uri="{FF2B5EF4-FFF2-40B4-BE49-F238E27FC236}">
                <a16:creationId xmlns:a16="http://schemas.microsoft.com/office/drawing/2014/main" id="{4FFA471D-3AED-4CBB-9068-D1768D72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Y 0 4">
            <a:extLst xmlns:a="http://schemas.openxmlformats.org/drawingml/2006/main">
              <a:ext uri="{FF2B5EF4-FFF2-40B4-BE49-F238E27FC236}">
                <a16:creationId xmlns:a16="http://schemas.microsoft.com/office/drawing/2014/main" id="{67FE674B-1AEB-4DCB-BF1E-AA5167C3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Y 0 5">
            <a:extLst xmlns:a="http://schemas.openxmlformats.org/drawingml/2006/main">
              <a:ext uri="{FF2B5EF4-FFF2-40B4-BE49-F238E27FC236}">
                <a16:creationId xmlns:a16="http://schemas.microsoft.com/office/drawing/2014/main" id="{DED59E35-7C20-40C7-BC30-300BF719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Y 1 0">
            <a:extLst xmlns:a="http://schemas.openxmlformats.org/drawingml/2006/main">
              <a:ext uri="{FF2B5EF4-FFF2-40B4-BE49-F238E27FC236}">
                <a16:creationId xmlns:a16="http://schemas.microsoft.com/office/drawing/2014/main" id="{6F28964F-7336-417E-80A7-7580DE9B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7" name="Y 1 1">
            <a:extLst xmlns:a="http://schemas.openxmlformats.org/drawingml/2006/main">
              <a:ext uri="{FF2B5EF4-FFF2-40B4-BE49-F238E27FC236}">
                <a16:creationId xmlns:a16="http://schemas.microsoft.com/office/drawing/2014/main" id="{35888076-EC86-44F4-A9B0-3DDAC9E6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8" name="Y 1 2">
            <a:extLst xmlns:a="http://schemas.openxmlformats.org/drawingml/2006/main">
              <a:ext uri="{FF2B5EF4-FFF2-40B4-BE49-F238E27FC236}">
                <a16:creationId xmlns:a16="http://schemas.microsoft.com/office/drawing/2014/main" id="{1B9BFDDE-DA4D-4B96-8851-435149D1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Y 1 3">
            <a:extLst xmlns:a="http://schemas.openxmlformats.org/drawingml/2006/main">
              <a:ext uri="{FF2B5EF4-FFF2-40B4-BE49-F238E27FC236}">
                <a16:creationId xmlns:a16="http://schemas.microsoft.com/office/drawing/2014/main" id="{A58EF7A5-419C-4E45-8692-0AD3AFD3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0" name="Y 1 4">
            <a:extLst xmlns:a="http://schemas.openxmlformats.org/drawingml/2006/main">
              <a:ext uri="{FF2B5EF4-FFF2-40B4-BE49-F238E27FC236}">
                <a16:creationId xmlns:a16="http://schemas.microsoft.com/office/drawing/2014/main" id="{61374944-0913-4452-92DA-8CB4EF4F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Y 1 5">
            <a:extLst xmlns:a="http://schemas.openxmlformats.org/drawingml/2006/main">
              <a:ext uri="{FF2B5EF4-FFF2-40B4-BE49-F238E27FC236}">
                <a16:creationId xmlns:a16="http://schemas.microsoft.com/office/drawing/2014/main" id="{4CB8ABC2-477D-4112-997F-EB4A09B6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2" name="Y 2 0">
            <a:extLst xmlns:a="http://schemas.openxmlformats.org/drawingml/2006/main">
              <a:ext uri="{FF2B5EF4-FFF2-40B4-BE49-F238E27FC236}">
                <a16:creationId xmlns:a16="http://schemas.microsoft.com/office/drawing/2014/main" id="{A200D028-1014-4118-A035-B3FF2A53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Y 2 1">
            <a:extLst xmlns:a="http://schemas.openxmlformats.org/drawingml/2006/main">
              <a:ext uri="{FF2B5EF4-FFF2-40B4-BE49-F238E27FC236}">
                <a16:creationId xmlns:a16="http://schemas.microsoft.com/office/drawing/2014/main" id="{F13ECA43-F749-4E4B-A87D-B7F9BB12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4" name="Y 2 2">
            <a:extLst xmlns:a="http://schemas.openxmlformats.org/drawingml/2006/main">
              <a:ext uri="{FF2B5EF4-FFF2-40B4-BE49-F238E27FC236}">
                <a16:creationId xmlns:a16="http://schemas.microsoft.com/office/drawing/2014/main" id="{071CC3BA-E95A-4D78-99F5-6EE1CADD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Y 2 3">
            <a:extLst xmlns:a="http://schemas.openxmlformats.org/drawingml/2006/main">
              <a:ext uri="{FF2B5EF4-FFF2-40B4-BE49-F238E27FC236}">
                <a16:creationId xmlns:a16="http://schemas.microsoft.com/office/drawing/2014/main" id="{38D34B4C-E3DF-4F01-B052-6B87EFA1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6" name="Y 2 4">
            <a:extLst xmlns:a="http://schemas.openxmlformats.org/drawingml/2006/main">
              <a:ext uri="{FF2B5EF4-FFF2-40B4-BE49-F238E27FC236}">
                <a16:creationId xmlns:a16="http://schemas.microsoft.com/office/drawing/2014/main" id="{8D9EBA53-C91E-4071-91D3-73750139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Y 2 5">
            <a:extLst xmlns:a="http://schemas.openxmlformats.org/drawingml/2006/main">
              <a:ext uri="{FF2B5EF4-FFF2-40B4-BE49-F238E27FC236}">
                <a16:creationId xmlns:a16="http://schemas.microsoft.com/office/drawing/2014/main" id="{7498F057-7230-4845-9462-18131F2E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8" name="Y 3 0">
            <a:extLst xmlns:a="http://schemas.openxmlformats.org/drawingml/2006/main">
              <a:ext uri="{FF2B5EF4-FFF2-40B4-BE49-F238E27FC236}">
                <a16:creationId xmlns:a16="http://schemas.microsoft.com/office/drawing/2014/main" id="{62139D10-49E1-4D07-8B30-EB3C3386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Y_i0</a:t>
            </a:r>
          </a:p>
        </p:txBody>
      </p:sp>
      <p:sp>
        <p:nvSpPr>
          <p:cNvPr id="149" name="Y 3 1">
            <a:extLst xmlns:a="http://schemas.openxmlformats.org/drawingml/2006/main">
              <a:ext uri="{FF2B5EF4-FFF2-40B4-BE49-F238E27FC236}">
                <a16:creationId xmlns:a16="http://schemas.microsoft.com/office/drawing/2014/main" id="{BFC2A543-DC69-4BE2-B91F-E3533F6B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Y 3 2">
            <a:extLst xmlns:a="http://schemas.openxmlformats.org/drawingml/2006/main">
              <a:ext uri="{FF2B5EF4-FFF2-40B4-BE49-F238E27FC236}">
                <a16:creationId xmlns:a16="http://schemas.microsoft.com/office/drawing/2014/main" id="{1DE9F8A9-9FB9-4046-8D09-3CFECC7E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Y 3 3">
            <a:extLst xmlns:a="http://schemas.openxmlformats.org/drawingml/2006/main">
              <a:ext uri="{FF2B5EF4-FFF2-40B4-BE49-F238E27FC236}">
                <a16:creationId xmlns:a16="http://schemas.microsoft.com/office/drawing/2014/main" id="{A43E7F4B-6248-4687-95C0-2E048052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2" name="Y 3 4">
            <a:extLst xmlns:a="http://schemas.openxmlformats.org/drawingml/2006/main">
              <a:ext uri="{FF2B5EF4-FFF2-40B4-BE49-F238E27FC236}">
                <a16:creationId xmlns:a16="http://schemas.microsoft.com/office/drawing/2014/main" id="{B86DDA33-6383-4BE2-85DC-22E5D285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" name="Y 3 5">
            <a:extLst xmlns:a="http://schemas.openxmlformats.org/drawingml/2006/main">
              <a:ext uri="{FF2B5EF4-FFF2-40B4-BE49-F238E27FC236}">
                <a16:creationId xmlns:a16="http://schemas.microsoft.com/office/drawing/2014/main" id="{46D18638-E0A3-4A1C-948A-CC9666EE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4" name="Y 4 0">
            <a:extLst xmlns:a="http://schemas.openxmlformats.org/drawingml/2006/main">
              <a:ext uri="{FF2B5EF4-FFF2-40B4-BE49-F238E27FC236}">
                <a16:creationId xmlns:a16="http://schemas.microsoft.com/office/drawing/2014/main" id="{4FC379D7-5D9A-4510-A6B7-91A95044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5" name="Y 4 1">
            <a:extLst xmlns:a="http://schemas.openxmlformats.org/drawingml/2006/main">
              <a:ext uri="{FF2B5EF4-FFF2-40B4-BE49-F238E27FC236}">
                <a16:creationId xmlns:a16="http://schemas.microsoft.com/office/drawing/2014/main" id="{07C271F6-8D20-4FC4-8516-9C4331F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6" name="Y 4 2">
            <a:extLst xmlns:a="http://schemas.openxmlformats.org/drawingml/2006/main">
              <a:ext uri="{FF2B5EF4-FFF2-40B4-BE49-F238E27FC236}">
                <a16:creationId xmlns:a16="http://schemas.microsoft.com/office/drawing/2014/main" id="{DE76C4C2-6636-4D55-80A8-76FBAFA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7" name="Y 4 3">
            <a:extLst xmlns:a="http://schemas.openxmlformats.org/drawingml/2006/main">
              <a:ext uri="{FF2B5EF4-FFF2-40B4-BE49-F238E27FC236}">
                <a16:creationId xmlns:a16="http://schemas.microsoft.com/office/drawing/2014/main" id="{F974ADFC-C21E-4981-A248-214781FD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8" name="Y 4 4">
            <a:extLst xmlns:a="http://schemas.openxmlformats.org/drawingml/2006/main">
              <a:ext uri="{FF2B5EF4-FFF2-40B4-BE49-F238E27FC236}">
                <a16:creationId xmlns:a16="http://schemas.microsoft.com/office/drawing/2014/main" id="{0635A88A-844E-4C15-894D-5E3D0847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9" name="Y 4 5">
            <a:extLst xmlns:a="http://schemas.openxmlformats.org/drawingml/2006/main">
              <a:ext uri="{FF2B5EF4-FFF2-40B4-BE49-F238E27FC236}">
                <a16:creationId xmlns:a16="http://schemas.microsoft.com/office/drawing/2014/main" id="{27509E2D-0968-4BA1-B2D0-FC0AF92B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0" name="Y 5 0">
            <a:extLst xmlns:a="http://schemas.openxmlformats.org/drawingml/2006/main">
              <a:ext uri="{FF2B5EF4-FFF2-40B4-BE49-F238E27FC236}">
                <a16:creationId xmlns:a16="http://schemas.microsoft.com/office/drawing/2014/main" id="{CE68CD91-C2BB-4D26-9733-5028602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1" name="Y 5 1">
            <a:extLst xmlns:a="http://schemas.openxmlformats.org/drawingml/2006/main">
              <a:ext uri="{FF2B5EF4-FFF2-40B4-BE49-F238E27FC236}">
                <a16:creationId xmlns:a16="http://schemas.microsoft.com/office/drawing/2014/main" id="{895338F1-BA7E-4CC9-A3EC-B5E6C0CD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2" name="Y 5 2">
            <a:extLst xmlns:a="http://schemas.openxmlformats.org/drawingml/2006/main">
              <a:ext uri="{FF2B5EF4-FFF2-40B4-BE49-F238E27FC236}">
                <a16:creationId xmlns:a16="http://schemas.microsoft.com/office/drawing/2014/main" id="{EAD69CF0-9923-455C-A2B3-AE0EF76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3" name="Y 5 3">
            <a:extLst xmlns:a="http://schemas.openxmlformats.org/drawingml/2006/main">
              <a:ext uri="{FF2B5EF4-FFF2-40B4-BE49-F238E27FC236}">
                <a16:creationId xmlns:a16="http://schemas.microsoft.com/office/drawing/2014/main" id="{1F2A6D9A-5017-4328-9FBB-AEC0D92B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4" name="Y 5 4">
            <a:extLst xmlns:a="http://schemas.openxmlformats.org/drawingml/2006/main">
              <a:ext uri="{FF2B5EF4-FFF2-40B4-BE49-F238E27FC236}">
                <a16:creationId xmlns:a16="http://schemas.microsoft.com/office/drawing/2014/main" id="{57CB9EE3-9D15-4A8D-8528-E483CB72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5" name="Y 5 5">
            <a:extLst xmlns:a="http://schemas.openxmlformats.org/drawingml/2006/main">
              <a:ext uri="{FF2B5EF4-FFF2-40B4-BE49-F238E27FC236}">
                <a16:creationId xmlns:a16="http://schemas.microsoft.com/office/drawing/2014/main" id="{85EAF308-596D-4609-A22C-05D6A84E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6" name="Y 6 0">
            <a:extLst xmlns:a="http://schemas.openxmlformats.org/drawingml/2006/main">
              <a:ext uri="{FF2B5EF4-FFF2-40B4-BE49-F238E27FC236}">
                <a16:creationId xmlns:a16="http://schemas.microsoft.com/office/drawing/2014/main" id="{1E01D727-A35C-42B2-A426-325FA4F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7" name="Y 6 1">
            <a:extLst xmlns:a="http://schemas.openxmlformats.org/drawingml/2006/main">
              <a:ext uri="{FF2B5EF4-FFF2-40B4-BE49-F238E27FC236}">
                <a16:creationId xmlns:a16="http://schemas.microsoft.com/office/drawing/2014/main" id="{9E392FF9-6DFD-44B8-8D9D-481A9392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8" name="Y 6 2">
            <a:extLst xmlns:a="http://schemas.openxmlformats.org/drawingml/2006/main">
              <a:ext uri="{FF2B5EF4-FFF2-40B4-BE49-F238E27FC236}">
                <a16:creationId xmlns:a16="http://schemas.microsoft.com/office/drawing/2014/main" id="{E4A89879-C338-4A38-9919-3F624EB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9" name="Y 6 3">
            <a:extLst xmlns:a="http://schemas.openxmlformats.org/drawingml/2006/main">
              <a:ext uri="{FF2B5EF4-FFF2-40B4-BE49-F238E27FC236}">
                <a16:creationId xmlns:a16="http://schemas.microsoft.com/office/drawing/2014/main" id="{985806D9-B347-4179-AD47-BEBE0236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0" name="Y 6 4">
            <a:extLst xmlns:a="http://schemas.openxmlformats.org/drawingml/2006/main">
              <a:ext uri="{FF2B5EF4-FFF2-40B4-BE49-F238E27FC236}">
                <a16:creationId xmlns:a16="http://schemas.microsoft.com/office/drawing/2014/main" id="{F95CB6BC-8224-413E-AD0F-70020C3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1" name="Y 6 5">
            <a:extLst xmlns:a="http://schemas.openxmlformats.org/drawingml/2006/main">
              <a:ext uri="{FF2B5EF4-FFF2-40B4-BE49-F238E27FC236}">
                <a16:creationId xmlns:a16="http://schemas.microsoft.com/office/drawing/2014/main" id="{3A058A50-9F4D-4B34-A505-5D8206C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2" name="Y 7 0">
            <a:extLst xmlns:a="http://schemas.openxmlformats.org/drawingml/2006/main">
              <a:ext uri="{FF2B5EF4-FFF2-40B4-BE49-F238E27FC236}">
                <a16:creationId xmlns:a16="http://schemas.microsoft.com/office/drawing/2014/main" id="{43661AE5-3467-4B62-B6B2-AEAADA05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3" name="Y 7 1">
            <a:extLst xmlns:a="http://schemas.openxmlformats.org/drawingml/2006/main">
              <a:ext uri="{FF2B5EF4-FFF2-40B4-BE49-F238E27FC236}">
                <a16:creationId xmlns:a16="http://schemas.microsoft.com/office/drawing/2014/main" id="{CE2FF3CF-D76F-4E1F-9E16-47AFC166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" name="Y 7 2">
            <a:extLst xmlns:a="http://schemas.openxmlformats.org/drawingml/2006/main">
              <a:ext uri="{FF2B5EF4-FFF2-40B4-BE49-F238E27FC236}">
                <a16:creationId xmlns:a16="http://schemas.microsoft.com/office/drawing/2014/main" id="{F3DC0FAB-B8E8-4CA3-AF7C-2862235F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5" name="Y 7 3">
            <a:extLst xmlns:a="http://schemas.openxmlformats.org/drawingml/2006/main">
              <a:ext uri="{FF2B5EF4-FFF2-40B4-BE49-F238E27FC236}">
                <a16:creationId xmlns:a16="http://schemas.microsoft.com/office/drawing/2014/main" id="{C4C57B47-8A2D-48A1-A990-D744DE2A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6" name="Y 7 4">
            <a:extLst xmlns:a="http://schemas.openxmlformats.org/drawingml/2006/main">
              <a:ext uri="{FF2B5EF4-FFF2-40B4-BE49-F238E27FC236}">
                <a16:creationId xmlns:a16="http://schemas.microsoft.com/office/drawing/2014/main" id="{FF222F96-E03B-4356-A3C1-4E4876E2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7" name="Y 7 5">
            <a:extLst xmlns:a="http://schemas.openxmlformats.org/drawingml/2006/main">
              <a:ext uri="{FF2B5EF4-FFF2-40B4-BE49-F238E27FC236}">
                <a16:creationId xmlns:a16="http://schemas.microsoft.com/office/drawing/2014/main" id="{2F82395B-9C6F-4353-9E69-C4013EAC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8804E0E-2C9C-4044-8450-7F2D64B3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2190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4723434-2296-4456-B1FA-53041F6F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2190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ED5D65C-A751-4CE3-B75D-BABA967B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410075"/>
            <a:ext cx="16954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i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AE6497F-1509-491B-8095-E42BE3FF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533900"/>
            <a:ext cx="933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A1177AF5-539F-4F61-8AFE-5BC811A2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324350"/>
            <a:ext cx="3581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32 lane dividono il ciclo su j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C42CAB4-31FE-41D2-82C8-07602095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933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417332F-EA47-48CC-8C0B-F8AFB77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410075"/>
            <a:ext cx="16954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4288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riga i di Y</a:t>
            </a:r>
          </a:p>
        </p:txBody>
      </p:sp>
      <p:sp>
        <p:nvSpPr>
          <p:cNvPr id="185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448D6926-7A4D-48B2-9EDA-FE0A2DD6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372100"/>
            <a:ext cx="10134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Il warp combina la riga i di A con tutte le colonne di X e produce la riga i di Y</a:t>
            </a:r>
          </a:p>
        </p:txBody>
      </p:sp>
    </p:spTree>
    <p:extLst>
      <p:ext uri="{BB962C8B-B14F-4D97-AF65-F5344CB8AC3E}">
        <p14:creationId xmlns:p14="http://schemas.microsoft.com/office/powerpoint/2010/main" val="1374733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Titolo">
            <a:extLst xmlns:a="http://schemas.openxmlformats.org/drawingml/2006/main">
              <a:ext uri="{FF2B5EF4-FFF2-40B4-BE49-F238E27FC236}">
                <a16:creationId xmlns:a16="http://schemas.microsoft.com/office/drawing/2014/main" id="{43E491D3-13D9-4123-8922-C5FEE6B6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mapping delle lane su A e X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22A211EE-DAFF-4893-871E-2065A7F1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C267F-A2F2-4904-BEF9-40543D0E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652E1-F532-4A5C-A9E4-1C07FE36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B00F5-8D26-44EF-9986-FC742FE2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752475"/>
            <a:ext cx="479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Riga i di A  (m_loc × n_loc)</a:t>
            </a:r>
          </a:p>
        </p:txBody>
      </p:sp>
      <p:sp>
        <p:nvSpPr>
          <p:cNvPr id="6" name="A lane 0">
            <a:extLst xmlns:a="http://schemas.openxmlformats.org/drawingml/2006/main">
              <a:ext uri="{FF2B5EF4-FFF2-40B4-BE49-F238E27FC236}">
                <a16:creationId xmlns:a16="http://schemas.microsoft.com/office/drawing/2014/main" id="{84631BE7-E958-498D-AA83-8DED0B22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A_ij</a:t>
            </a:r>
          </a:p>
        </p:txBody>
      </p:sp>
      <p:sp>
        <p:nvSpPr>
          <p:cNvPr id="7" name="A lane 1">
            <a:extLst xmlns:a="http://schemas.openxmlformats.org/drawingml/2006/main">
              <a:ext uri="{FF2B5EF4-FFF2-40B4-BE49-F238E27FC236}">
                <a16:creationId xmlns:a16="http://schemas.microsoft.com/office/drawing/2014/main" id="{F3EB51FF-2AAE-43AE-BE7F-A2EC8294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A_i,j+1</a:t>
            </a:r>
          </a:p>
        </p:txBody>
      </p:sp>
      <p:sp>
        <p:nvSpPr>
          <p:cNvPr id="8" name="A lane 2">
            <a:extLst xmlns:a="http://schemas.openxmlformats.org/drawingml/2006/main">
              <a:ext uri="{FF2B5EF4-FFF2-40B4-BE49-F238E27FC236}">
                <a16:creationId xmlns:a16="http://schemas.microsoft.com/office/drawing/2014/main" id="{B05D7D64-3987-48A1-9763-525A1751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A_i,j+2</a:t>
            </a:r>
          </a:p>
        </p:txBody>
      </p:sp>
      <p:sp>
        <p:nvSpPr>
          <p:cNvPr id="9" name="A lane 3">
            <a:extLst xmlns:a="http://schemas.openxmlformats.org/drawingml/2006/main">
              <a:ext uri="{FF2B5EF4-FFF2-40B4-BE49-F238E27FC236}">
                <a16:creationId xmlns:a16="http://schemas.microsoft.com/office/drawing/2014/main" id="{BB251C35-0D02-4318-9BB8-B6DD334A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0" name="A lane 4">
            <a:extLst xmlns:a="http://schemas.openxmlformats.org/drawingml/2006/main">
              <a:ext uri="{FF2B5EF4-FFF2-40B4-BE49-F238E27FC236}">
                <a16:creationId xmlns:a16="http://schemas.microsoft.com/office/drawing/2014/main" id="{BC7FA6CB-3F0C-41F7-853F-13C19EF8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A_i,j+31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9B1D7-9D85-4D4C-9FE4-B087909E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B08E9-4D7A-44E3-AB3C-D8AA12B8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A_ij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AA474-7E3D-4250-9284-730913C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4288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ACC22-7C86-43B3-917F-CE8C29B7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A_i,j+1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23D33-7616-4966-8AEA-C7C210B2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4288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30A61-3B2B-45D8-BF53-D6E702EF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A_i,j+2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CC7DB-41CC-4C10-B41C-6EBCB45C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9AB05B-6A11-48B7-A83A-8CC7FD0D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4288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4B3792-B0B2-462F-B5CE-102170D3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A_i,j+31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E086E-2ED6-4646-AFEE-E6A91D70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3857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52C3B4-3D4B-4E1D-8E82-E4AAF1C8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2004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il warp avanza su j a blocchi di 32 elementi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FDA51-1798-4F6E-BC97-AEE16CF4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3495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iterazione successiva: j = j + 32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213B5-6D0B-4AA1-8068-3A416438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752475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Matrice X  (n_loc × k), column-major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53082-577B-4121-AEBF-4876E7B9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c =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4F1F7-BC4F-4CB3-94F0-74569E39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c =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F6BDA-7FEB-49A6-9542-6BBAD97E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 =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728A1-851D-4DE4-9128-4D105B18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7C7D9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0AF28-2BE8-4A5E-9688-AA7261D1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4097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row j</a:t>
            </a:r>
          </a:p>
        </p:txBody>
      </p:sp>
      <p:sp>
        <p:nvSpPr>
          <p:cNvPr id="29" name="X mapping 0 0">
            <a:extLst xmlns:a="http://schemas.openxmlformats.org/drawingml/2006/main">
              <a:ext uri="{FF2B5EF4-FFF2-40B4-BE49-F238E27FC236}">
                <a16:creationId xmlns:a16="http://schemas.microsoft.com/office/drawing/2014/main" id="{281C06F4-31A8-4B02-B341-D45FE2AE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X_j,0</a:t>
            </a:r>
          </a:p>
        </p:txBody>
      </p:sp>
      <p:sp>
        <p:nvSpPr>
          <p:cNvPr id="30" name="X mapping 0 1">
            <a:extLst xmlns:a="http://schemas.openxmlformats.org/drawingml/2006/main">
              <a:ext uri="{FF2B5EF4-FFF2-40B4-BE49-F238E27FC236}">
                <a16:creationId xmlns:a16="http://schemas.microsoft.com/office/drawing/2014/main" id="{99340194-8581-4F72-899C-03D81A3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X_j,1</a:t>
            </a:r>
          </a:p>
        </p:txBody>
      </p:sp>
      <p:sp>
        <p:nvSpPr>
          <p:cNvPr id="31" name="X mapping 0 2">
            <a:extLst xmlns:a="http://schemas.openxmlformats.org/drawingml/2006/main">
              <a:ext uri="{FF2B5EF4-FFF2-40B4-BE49-F238E27FC236}">
                <a16:creationId xmlns:a16="http://schemas.microsoft.com/office/drawing/2014/main" id="{E12A9441-63E9-4C60-BA60-4F9C3006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X_j,2</a:t>
            </a:r>
          </a:p>
        </p:txBody>
      </p:sp>
      <p:sp>
        <p:nvSpPr>
          <p:cNvPr id="32" name="X mapping 0 3">
            <a:extLst xmlns:a="http://schemas.openxmlformats.org/drawingml/2006/main">
              <a:ext uri="{FF2B5EF4-FFF2-40B4-BE49-F238E27FC236}">
                <a16:creationId xmlns:a16="http://schemas.microsoft.com/office/drawing/2014/main" id="{1F05AD83-71BC-46BF-B969-9C5876B2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788907-7903-48E3-8870-8F3FB6ED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8478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row j+1</a:t>
            </a:r>
          </a:p>
        </p:txBody>
      </p:sp>
      <p:sp>
        <p:nvSpPr>
          <p:cNvPr id="34" name="X mapping 1 0">
            <a:extLst xmlns:a="http://schemas.openxmlformats.org/drawingml/2006/main">
              <a:ext uri="{FF2B5EF4-FFF2-40B4-BE49-F238E27FC236}">
                <a16:creationId xmlns:a16="http://schemas.microsoft.com/office/drawing/2014/main" id="{FC2CB5CD-72FF-4E67-B275-0A65EE97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X_j+1,0</a:t>
            </a:r>
          </a:p>
        </p:txBody>
      </p:sp>
      <p:sp>
        <p:nvSpPr>
          <p:cNvPr id="35" name="X mapping 1 1">
            <a:extLst xmlns:a="http://schemas.openxmlformats.org/drawingml/2006/main">
              <a:ext uri="{FF2B5EF4-FFF2-40B4-BE49-F238E27FC236}">
                <a16:creationId xmlns:a16="http://schemas.microsoft.com/office/drawing/2014/main" id="{7CB1CE03-CD90-49CF-A8D7-C9B6F5E7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X_j+1,1</a:t>
            </a:r>
          </a:p>
        </p:txBody>
      </p:sp>
      <p:sp>
        <p:nvSpPr>
          <p:cNvPr id="36" name="X mapping 1 2">
            <a:extLst xmlns:a="http://schemas.openxmlformats.org/drawingml/2006/main">
              <a:ext uri="{FF2B5EF4-FFF2-40B4-BE49-F238E27FC236}">
                <a16:creationId xmlns:a16="http://schemas.microsoft.com/office/drawing/2014/main" id="{062BC213-02F7-4DA1-8050-6780CBAF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X_j+1,2</a:t>
            </a:r>
          </a:p>
        </p:txBody>
      </p:sp>
      <p:sp>
        <p:nvSpPr>
          <p:cNvPr id="37" name="X mapping 1 3">
            <a:extLst xmlns:a="http://schemas.openxmlformats.org/drawingml/2006/main">
              <a:ext uri="{FF2B5EF4-FFF2-40B4-BE49-F238E27FC236}">
                <a16:creationId xmlns:a16="http://schemas.microsoft.com/office/drawing/2014/main" id="{3D7010D8-5108-416E-9334-71C92C58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91401E-8889-41E1-80FC-942C0503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286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row j+2</a:t>
            </a:r>
          </a:p>
        </p:txBody>
      </p:sp>
      <p:sp>
        <p:nvSpPr>
          <p:cNvPr id="39" name="X mapping 2 0">
            <a:extLst xmlns:a="http://schemas.openxmlformats.org/drawingml/2006/main">
              <a:ext uri="{FF2B5EF4-FFF2-40B4-BE49-F238E27FC236}">
                <a16:creationId xmlns:a16="http://schemas.microsoft.com/office/drawing/2014/main" id="{5BCF76B9-90F7-44D8-BC7D-F09C200D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X_j+2,0</a:t>
            </a:r>
          </a:p>
        </p:txBody>
      </p:sp>
      <p:sp>
        <p:nvSpPr>
          <p:cNvPr id="40" name="X mapping 2 1">
            <a:extLst xmlns:a="http://schemas.openxmlformats.org/drawingml/2006/main">
              <a:ext uri="{FF2B5EF4-FFF2-40B4-BE49-F238E27FC236}">
                <a16:creationId xmlns:a16="http://schemas.microsoft.com/office/drawing/2014/main" id="{89A3B181-B8C4-4291-BDD1-19EC2DE8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X_j+2,1</a:t>
            </a:r>
          </a:p>
        </p:txBody>
      </p:sp>
      <p:sp>
        <p:nvSpPr>
          <p:cNvPr id="41" name="X mapping 2 2">
            <a:extLst xmlns:a="http://schemas.openxmlformats.org/drawingml/2006/main">
              <a:ext uri="{FF2B5EF4-FFF2-40B4-BE49-F238E27FC236}">
                <a16:creationId xmlns:a16="http://schemas.microsoft.com/office/drawing/2014/main" id="{E549CB9D-9FA3-4EDA-801E-0E929635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X_j+2,2</a:t>
            </a:r>
          </a:p>
        </p:txBody>
      </p:sp>
      <p:sp>
        <p:nvSpPr>
          <p:cNvPr id="42" name="X mapping 2 3">
            <a:extLst xmlns:a="http://schemas.openxmlformats.org/drawingml/2006/main">
              <a:ext uri="{FF2B5EF4-FFF2-40B4-BE49-F238E27FC236}">
                <a16:creationId xmlns:a16="http://schemas.microsoft.com/office/drawing/2014/main" id="{979913AF-60AB-4534-90F9-E65DCD6C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1D6391-5909-4461-9762-CBF054BF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7241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C7D9"/>
                </a:solidFill>
                <a:latin typeface="Aptos"/>
                <a:ea typeface="Aptos"/>
                <a:cs typeface="Aptos"/>
              </a:rPr>
              <a:t>row j+3</a:t>
            </a:r>
          </a:p>
        </p:txBody>
      </p:sp>
      <p:sp>
        <p:nvSpPr>
          <p:cNvPr id="44" name="X mapping 3 0">
            <a:extLst xmlns:a="http://schemas.openxmlformats.org/drawingml/2006/main">
              <a:ext uri="{FF2B5EF4-FFF2-40B4-BE49-F238E27FC236}">
                <a16:creationId xmlns:a16="http://schemas.microsoft.com/office/drawing/2014/main" id="{737D58C5-57BF-4A8A-970E-4627EF3A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X_j+3,0</a:t>
            </a:r>
          </a:p>
        </p:txBody>
      </p:sp>
      <p:sp>
        <p:nvSpPr>
          <p:cNvPr id="45" name="X mapping 3 1">
            <a:extLst xmlns:a="http://schemas.openxmlformats.org/drawingml/2006/main">
              <a:ext uri="{FF2B5EF4-FFF2-40B4-BE49-F238E27FC236}">
                <a16:creationId xmlns:a16="http://schemas.microsoft.com/office/drawing/2014/main" id="{2B0068E5-02B6-4838-A45D-341AA0D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X_j+3,1</a:t>
            </a:r>
          </a:p>
        </p:txBody>
      </p:sp>
      <p:sp>
        <p:nvSpPr>
          <p:cNvPr id="46" name="X mapping 3 2">
            <a:extLst xmlns:a="http://schemas.openxmlformats.org/drawingml/2006/main">
              <a:ext uri="{FF2B5EF4-FFF2-40B4-BE49-F238E27FC236}">
                <a16:creationId xmlns:a16="http://schemas.microsoft.com/office/drawing/2014/main" id="{CD8935DB-41DE-4BE0-B972-4BBB5B1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X_j+3,2</a:t>
            </a:r>
          </a:p>
        </p:txBody>
      </p:sp>
      <p:sp>
        <p:nvSpPr>
          <p:cNvPr id="47" name="X mapping 3 3">
            <a:extLst xmlns:a="http://schemas.openxmlformats.org/drawingml/2006/main">
              <a:ext uri="{FF2B5EF4-FFF2-40B4-BE49-F238E27FC236}">
                <a16:creationId xmlns:a16="http://schemas.microsoft.com/office/drawing/2014/main" id="{2DD6FDAE-B42C-4757-9541-848FB1B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D28559-F760-440B-AD97-DFECB5D5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1623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49" name="X mapping 4 0">
            <a:extLst xmlns:a="http://schemas.openxmlformats.org/drawingml/2006/main">
              <a:ext uri="{FF2B5EF4-FFF2-40B4-BE49-F238E27FC236}">
                <a16:creationId xmlns:a16="http://schemas.microsoft.com/office/drawing/2014/main" id="{A3438C40-194B-410B-8B2B-71E8277E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0" name="X mapping 4 1">
            <a:extLst xmlns:a="http://schemas.openxmlformats.org/drawingml/2006/main">
              <a:ext uri="{FF2B5EF4-FFF2-40B4-BE49-F238E27FC236}">
                <a16:creationId xmlns:a16="http://schemas.microsoft.com/office/drawing/2014/main" id="{95310B64-28D4-492C-B7EF-2F3C318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1" name="X mapping 4 2">
            <a:extLst xmlns:a="http://schemas.openxmlformats.org/drawingml/2006/main">
              <a:ext uri="{FF2B5EF4-FFF2-40B4-BE49-F238E27FC236}">
                <a16:creationId xmlns:a16="http://schemas.microsoft.com/office/drawing/2014/main" id="{20CF7BEB-22BC-4F72-9474-AA61641F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2" name="X mapping 4 3">
            <a:extLst xmlns:a="http://schemas.openxmlformats.org/drawingml/2006/main">
              <a:ext uri="{FF2B5EF4-FFF2-40B4-BE49-F238E27FC236}">
                <a16:creationId xmlns:a16="http://schemas.microsoft.com/office/drawing/2014/main" id="{4AF2C888-BB17-44B0-A5E4-4C9DD308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E7C5FF-967D-46E1-A523-1A844D68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6004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row n_loc−1</a:t>
            </a:r>
          </a:p>
        </p:txBody>
      </p:sp>
      <p:sp>
        <p:nvSpPr>
          <p:cNvPr id="54" name="X mapping 5 0">
            <a:extLst xmlns:a="http://schemas.openxmlformats.org/drawingml/2006/main">
              <a:ext uri="{FF2B5EF4-FFF2-40B4-BE49-F238E27FC236}">
                <a16:creationId xmlns:a16="http://schemas.microsoft.com/office/drawing/2014/main" id="{717BC76E-5891-49F8-BCA6-91ED764D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X_n_loc−1,0</a:t>
            </a:r>
          </a:p>
        </p:txBody>
      </p:sp>
      <p:sp>
        <p:nvSpPr>
          <p:cNvPr id="55" name="X mapping 5 1">
            <a:extLst xmlns:a="http://schemas.openxmlformats.org/drawingml/2006/main">
              <a:ext uri="{FF2B5EF4-FFF2-40B4-BE49-F238E27FC236}">
                <a16:creationId xmlns:a16="http://schemas.microsoft.com/office/drawing/2014/main" id="{4E90CE75-B06B-4086-AA30-D492381E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X_n_loc−1,1</a:t>
            </a:r>
          </a:p>
        </p:txBody>
      </p:sp>
      <p:sp>
        <p:nvSpPr>
          <p:cNvPr id="56" name="X mapping 5 2">
            <a:extLst xmlns:a="http://schemas.openxmlformats.org/drawingml/2006/main">
              <a:ext uri="{FF2B5EF4-FFF2-40B4-BE49-F238E27FC236}">
                <a16:creationId xmlns:a16="http://schemas.microsoft.com/office/drawing/2014/main" id="{86997C75-636B-4BB7-A571-0998F339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X_n_loc−1,2</a:t>
            </a:r>
          </a:p>
        </p:txBody>
      </p:sp>
      <p:sp>
        <p:nvSpPr>
          <p:cNvPr id="57" name="X mapping 5 3">
            <a:extLst xmlns:a="http://schemas.openxmlformats.org/drawingml/2006/main">
              <a:ext uri="{FF2B5EF4-FFF2-40B4-BE49-F238E27FC236}">
                <a16:creationId xmlns:a16="http://schemas.microsoft.com/office/drawing/2014/main" id="{86BB8AA9-0A60-43E9-AFF3-AC59ED8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7A70A1-65E1-4B50-8F97-9E38CD3C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466850"/>
            <a:ext cx="171450" cy="2533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63DE18-35B0-457D-86A8-94B96B85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2038350"/>
            <a:ext cx="704850" cy="7429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c varia lungo</a:t>
            </a:r>
          </a:p>
          <a:p xmlns:a="http://schemas.openxmlformats.org/drawingml/2006/main">
            <a:pPr algn="ctr">
              <a:defRPr sz="10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 colonne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8D163E-6523-44A2-87D6-6014A6FE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124325"/>
            <a:ext cx="586740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12383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acc[c] += A_ij × X_jc</a:t>
            </a:r>
          </a:p>
        </p:txBody>
      </p:sp>
      <p:sp>
        <p:nvSpPr>
          <p:cNvPr id="61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EF4A33CA-6327-4EC0-AC67-BB8E88F6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5286375"/>
            <a:ext cx="112109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lane elabora una posizione della riga di A e la riga logica corrispondente di X</a:t>
            </a:r>
          </a:p>
        </p:txBody>
      </p:sp>
    </p:spTree>
    <p:extLst>
      <p:ext uri="{BB962C8B-B14F-4D97-AF65-F5344CB8AC3E}">
        <p14:creationId xmlns:p14="http://schemas.microsoft.com/office/powerpoint/2010/main" val="421790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olo">
            <a:extLst xmlns:a="http://schemas.openxmlformats.org/drawingml/2006/main">
              <a:ext uri="{FF2B5EF4-FFF2-40B4-BE49-F238E27FC236}">
                <a16:creationId xmlns:a16="http://schemas.microsoft.com/office/drawing/2014/main" id="{5843C0CD-49FB-47E1-90BF-4360CB72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ordine dei cicli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5E1E5351-BB47-4B8E-9E07-FEADCAF0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3112B-2149-473A-80FF-05B3DC6D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2B86D-70EF-4E53-A64F-F19A82B4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21944-5A50-408E-B5DA-D38F133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800100"/>
            <a:ext cx="28575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Ciclo esterno sulla posizione 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D75BC-B6F5-4232-9078-1E75F8B6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1257300"/>
            <a:ext cx="16764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 += 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6E5B8-C9B2-4CDE-9DA3-022F06D7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1495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F899F-460E-48C3-A81A-2F3D0C7C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1285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A_i,l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012D9-8953-4F0D-857A-88B16DE4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371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0" name="Ciclo 0 col 0">
            <a:extLst xmlns:a="http://schemas.openxmlformats.org/drawingml/2006/main">
              <a:ext uri="{FF2B5EF4-FFF2-40B4-BE49-F238E27FC236}">
                <a16:creationId xmlns:a16="http://schemas.microsoft.com/office/drawing/2014/main" id="{D1CA18BA-B872-4572-8592-DF2D2C6C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X_j0</a:t>
            </a:r>
          </a:p>
        </p:txBody>
      </p:sp>
      <p:sp>
        <p:nvSpPr>
          <p:cNvPr id="11" name="Ciclo 0 col 1">
            <a:extLst xmlns:a="http://schemas.openxmlformats.org/drawingml/2006/main">
              <a:ext uri="{FF2B5EF4-FFF2-40B4-BE49-F238E27FC236}">
                <a16:creationId xmlns:a16="http://schemas.microsoft.com/office/drawing/2014/main" id="{EF3F972E-D074-49E1-80C3-0BC88091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X_j1</a:t>
            </a:r>
          </a:p>
        </p:txBody>
      </p:sp>
      <p:sp>
        <p:nvSpPr>
          <p:cNvPr id="12" name="Ciclo 0 col 2">
            <a:extLst xmlns:a="http://schemas.openxmlformats.org/drawingml/2006/main">
              <a:ext uri="{FF2B5EF4-FFF2-40B4-BE49-F238E27FC236}">
                <a16:creationId xmlns:a16="http://schemas.microsoft.com/office/drawing/2014/main" id="{9AD901B9-116C-4967-B02F-BA38E87A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3" name="Ciclo 0 col 3">
            <a:extLst xmlns:a="http://schemas.openxmlformats.org/drawingml/2006/main">
              <a:ext uri="{FF2B5EF4-FFF2-40B4-BE49-F238E27FC236}">
                <a16:creationId xmlns:a16="http://schemas.microsoft.com/office/drawing/2014/main" id="{768AA08B-DCF5-46B9-AA7D-1282D01E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X_j,k−2</a:t>
            </a:r>
          </a:p>
        </p:txBody>
      </p:sp>
      <p:sp>
        <p:nvSpPr>
          <p:cNvPr id="14" name="Ciclo 0 col 4">
            <a:extLst xmlns:a="http://schemas.openxmlformats.org/drawingml/2006/main">
              <a:ext uri="{FF2B5EF4-FFF2-40B4-BE49-F238E27FC236}">
                <a16:creationId xmlns:a16="http://schemas.microsoft.com/office/drawing/2014/main" id="{C6D2190F-FBDD-4224-B04C-BC3CA69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137F5-A50E-43FB-877D-DFB6C09F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47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A81B4-BC04-43F0-BA5A-13AD08AA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790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ciclo interno su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E03E0-4ACD-46B1-81D0-AF85B050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019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1CFC3-1EB1-4B6E-804D-56937D64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809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A_i,l + 32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2AAF4-B05F-4EA9-BD89-845D7025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895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0" name="Ciclo 1 col 0">
            <a:extLst xmlns:a="http://schemas.openxmlformats.org/drawingml/2006/main">
              <a:ext uri="{FF2B5EF4-FFF2-40B4-BE49-F238E27FC236}">
                <a16:creationId xmlns:a16="http://schemas.microsoft.com/office/drawing/2014/main" id="{3042C0E0-A569-4962-B0AA-6578AE78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X_j0</a:t>
            </a:r>
          </a:p>
        </p:txBody>
      </p:sp>
      <p:sp>
        <p:nvSpPr>
          <p:cNvPr id="21" name="Ciclo 1 col 1">
            <a:extLst xmlns:a="http://schemas.openxmlformats.org/drawingml/2006/main">
              <a:ext uri="{FF2B5EF4-FFF2-40B4-BE49-F238E27FC236}">
                <a16:creationId xmlns:a16="http://schemas.microsoft.com/office/drawing/2014/main" id="{BBE0924B-B096-4C6B-B877-51CA252E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X_j1</a:t>
            </a:r>
          </a:p>
        </p:txBody>
      </p:sp>
      <p:sp>
        <p:nvSpPr>
          <p:cNvPr id="22" name="Ciclo 1 col 2">
            <a:extLst xmlns:a="http://schemas.openxmlformats.org/drawingml/2006/main">
              <a:ext uri="{FF2B5EF4-FFF2-40B4-BE49-F238E27FC236}">
                <a16:creationId xmlns:a16="http://schemas.microsoft.com/office/drawing/2014/main" id="{F8C407CD-A638-4329-9C30-B8E10E8A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3" name="Ciclo 1 col 3">
            <a:extLst xmlns:a="http://schemas.openxmlformats.org/drawingml/2006/main">
              <a:ext uri="{FF2B5EF4-FFF2-40B4-BE49-F238E27FC236}">
                <a16:creationId xmlns:a16="http://schemas.microsoft.com/office/drawing/2014/main" id="{9529D00E-E2A5-4855-94B7-C63D3ED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X_j,k−2</a:t>
            </a:r>
          </a:p>
        </p:txBody>
      </p:sp>
      <p:sp>
        <p:nvSpPr>
          <p:cNvPr id="24" name="Ciclo 1 col 4">
            <a:extLst xmlns:a="http://schemas.openxmlformats.org/drawingml/2006/main">
              <a:ext uri="{FF2B5EF4-FFF2-40B4-BE49-F238E27FC236}">
                <a16:creationId xmlns:a16="http://schemas.microsoft.com/office/drawing/2014/main" id="{7D179CE3-DAA6-4981-9BA1-947831F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932AD-2F08-4B67-8638-908B0EF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C7BC0-021F-4BA3-904A-222DAF77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2314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ciclo interno su 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B7F5F-7077-449C-83E7-91CE25AE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543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0C24C-DD85-4B6D-90B3-012F4C2A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4333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A_i,l + 64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77831-212C-4D69-8596-08309FA0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419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30" name="Ciclo 2 col 0">
            <a:extLst xmlns:a="http://schemas.openxmlformats.org/drawingml/2006/main">
              <a:ext uri="{FF2B5EF4-FFF2-40B4-BE49-F238E27FC236}">
                <a16:creationId xmlns:a16="http://schemas.microsoft.com/office/drawing/2014/main" id="{1E920398-DB26-4162-96BC-C629CDF5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X_j0</a:t>
            </a:r>
          </a:p>
        </p:txBody>
      </p:sp>
      <p:sp>
        <p:nvSpPr>
          <p:cNvPr id="31" name="Ciclo 2 col 1">
            <a:extLst xmlns:a="http://schemas.openxmlformats.org/drawingml/2006/main">
              <a:ext uri="{FF2B5EF4-FFF2-40B4-BE49-F238E27FC236}">
                <a16:creationId xmlns:a16="http://schemas.microsoft.com/office/drawing/2014/main" id="{C6B9D12B-3D6C-4518-B880-09ACB6F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X_j1</a:t>
            </a:r>
          </a:p>
        </p:txBody>
      </p:sp>
      <p:sp>
        <p:nvSpPr>
          <p:cNvPr id="32" name="Ciclo 2 col 2">
            <a:extLst xmlns:a="http://schemas.openxmlformats.org/drawingml/2006/main">
              <a:ext uri="{FF2B5EF4-FFF2-40B4-BE49-F238E27FC236}">
                <a16:creationId xmlns:a16="http://schemas.microsoft.com/office/drawing/2014/main" id="{E8E8246A-50EF-4F3D-BCBE-F623AB47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3" name="Ciclo 2 col 3">
            <a:extLst xmlns:a="http://schemas.openxmlformats.org/drawingml/2006/main">
              <a:ext uri="{FF2B5EF4-FFF2-40B4-BE49-F238E27FC236}">
                <a16:creationId xmlns:a16="http://schemas.microsoft.com/office/drawing/2014/main" id="{1FBD1953-BC03-4498-84AA-3681F34C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X_j,k−2</a:t>
            </a:r>
          </a:p>
        </p:txBody>
      </p:sp>
      <p:sp>
        <p:nvSpPr>
          <p:cNvPr id="34" name="Ciclo 2 col 4">
            <a:extLst xmlns:a="http://schemas.openxmlformats.org/drawingml/2006/main">
              <a:ext uri="{FF2B5EF4-FFF2-40B4-BE49-F238E27FC236}">
                <a16:creationId xmlns:a16="http://schemas.microsoft.com/office/drawing/2014/main" id="{8FAF2E63-0592-4D0E-B25F-B9550C1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A7C2E7-5CE4-484E-B8DE-2B9FB145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07E9A5-4C1B-416C-B336-29175F69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838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ciclo interno su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5B279-D2A6-40B0-8E31-9648A950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6217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219771-6EEB-4A1C-9B63-84BA0007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8617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48B652-CB37-41B2-88D2-246E835A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467350"/>
            <a:ext cx="11191875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 lane riusa lo stesso A_ij per aggiornare tutti i k accumulatori prima di passare al proprio j successivo</a:t>
            </a:r>
          </a:p>
        </p:txBody>
      </p:sp>
      <p:sp>
        <p:nvSpPr>
          <p:cNvPr id="40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B3110D62-AB5A-4243-9BBF-827686D0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6038850"/>
            <a:ext cx="9867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Il ciclo su c varia più velocemente; il ciclo su j distribuisce il lavoro fra le lane</a:t>
            </a:r>
          </a:p>
        </p:txBody>
      </p:sp>
    </p:spTree>
    <p:extLst>
      <p:ext uri="{BB962C8B-B14F-4D97-AF65-F5344CB8AC3E}">
        <p14:creationId xmlns:p14="http://schemas.microsoft.com/office/powerpoint/2010/main" val="1845198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itolo">
            <a:extLst xmlns:a="http://schemas.openxmlformats.org/drawingml/2006/main">
              <a:ext uri="{FF2B5EF4-FFF2-40B4-BE49-F238E27FC236}">
                <a16:creationId xmlns:a16="http://schemas.microsoft.com/office/drawing/2014/main" id="{724DA565-15A5-47D9-A89D-9AEE6D84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accumulatori privati per lane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8863FA7B-809F-4E2B-A5C4-733FA41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840F7-B39B-41AA-B33A-0E5BE215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7944E-552A-4C67-9097-4C5E04BB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32990-6C7F-421E-802A-52E66623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742950"/>
            <a:ext cx="7810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lane accumula k somme parziali nei registri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937FC-4829-479A-B1B5-18E62BC4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38112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A_ij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CFC70-C9B2-45DA-8E18-885F55FB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952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riusato k volte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11428-C62A-4620-B478-9D05A4D2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3906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9" name="Vettore X 0">
            <a:extLst xmlns:a="http://schemas.openxmlformats.org/drawingml/2006/main">
              <a:ext uri="{FF2B5EF4-FFF2-40B4-BE49-F238E27FC236}">
                <a16:creationId xmlns:a16="http://schemas.microsoft.com/office/drawing/2014/main" id="{6E5739FD-41B7-402F-A2FB-1B3F841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X_j0</a:t>
            </a:r>
          </a:p>
        </p:txBody>
      </p:sp>
      <p:sp>
        <p:nvSpPr>
          <p:cNvPr id="10" name="Vettore X 1">
            <a:extLst xmlns:a="http://schemas.openxmlformats.org/drawingml/2006/main">
              <a:ext uri="{FF2B5EF4-FFF2-40B4-BE49-F238E27FC236}">
                <a16:creationId xmlns:a16="http://schemas.microsoft.com/office/drawing/2014/main" id="{09FC013C-A11A-4D54-A717-EF40FBF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X_j1</a:t>
            </a:r>
          </a:p>
        </p:txBody>
      </p:sp>
      <p:sp>
        <p:nvSpPr>
          <p:cNvPr id="11" name="Vettore X 2">
            <a:extLst xmlns:a="http://schemas.openxmlformats.org/drawingml/2006/main">
              <a:ext uri="{FF2B5EF4-FFF2-40B4-BE49-F238E27FC236}">
                <a16:creationId xmlns:a16="http://schemas.microsoft.com/office/drawing/2014/main" id="{81F7DE08-A46C-47A5-B82F-0CA8C4B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2" name="Vettore X 3">
            <a:extLst xmlns:a="http://schemas.openxmlformats.org/drawingml/2006/main">
              <a:ext uri="{FF2B5EF4-FFF2-40B4-BE49-F238E27FC236}">
                <a16:creationId xmlns:a16="http://schemas.microsoft.com/office/drawing/2014/main" id="{9C7DE34D-FC8B-4019-8EE0-BDED0FF7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X_j,k−2</a:t>
            </a:r>
          </a:p>
        </p:txBody>
      </p:sp>
      <p:sp>
        <p:nvSpPr>
          <p:cNvPr id="13" name="Vettore X 4">
            <a:extLst xmlns:a="http://schemas.openxmlformats.org/drawingml/2006/main">
              <a:ext uri="{FF2B5EF4-FFF2-40B4-BE49-F238E27FC236}">
                <a16:creationId xmlns:a16="http://schemas.microsoft.com/office/drawing/2014/main" id="{AF9C52D6-437F-4FDC-85DF-30DD6BB1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X_j,k−1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FB76D-CF6E-4064-9846-901B1B81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85975"/>
            <a:ext cx="6572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05244-7742-44C3-8818-21467C1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2764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k aggiornamenti FMA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96A04-34C9-49DF-A1F6-44BB2EED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7908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17" name="lane 0 acc[0]">
            <a:extLst xmlns:a="http://schemas.openxmlformats.org/drawingml/2006/main">
              <a:ext uri="{FF2B5EF4-FFF2-40B4-BE49-F238E27FC236}">
                <a16:creationId xmlns:a16="http://schemas.microsoft.com/office/drawing/2014/main" id="{CCF95D98-523A-4D2B-BCBD-D8627CD4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18" name="lane 0 acc[1]">
            <a:extLst xmlns:a="http://schemas.openxmlformats.org/drawingml/2006/main">
              <a:ext uri="{FF2B5EF4-FFF2-40B4-BE49-F238E27FC236}">
                <a16:creationId xmlns:a16="http://schemas.microsoft.com/office/drawing/2014/main" id="{C712E690-4170-4351-9431-7929E581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19" name="lane 0 …">
            <a:extLst xmlns:a="http://schemas.openxmlformats.org/drawingml/2006/main">
              <a:ext uri="{FF2B5EF4-FFF2-40B4-BE49-F238E27FC236}">
                <a16:creationId xmlns:a16="http://schemas.microsoft.com/office/drawing/2014/main" id="{D6937B0E-953F-42B6-875D-848705F4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0" name="lane 0 acc[k−1]">
            <a:extLst xmlns:a="http://schemas.openxmlformats.org/drawingml/2006/main">
              <a:ext uri="{FF2B5EF4-FFF2-40B4-BE49-F238E27FC236}">
                <a16:creationId xmlns:a16="http://schemas.microsoft.com/office/drawing/2014/main" id="{41677E89-CF86-4CB4-A07C-8186EAB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98113-0794-49FC-BEA1-E53BF8E5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480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22" name="lane 1 acc[0]">
            <a:extLst xmlns:a="http://schemas.openxmlformats.org/drawingml/2006/main">
              <a:ext uri="{FF2B5EF4-FFF2-40B4-BE49-F238E27FC236}">
                <a16:creationId xmlns:a16="http://schemas.microsoft.com/office/drawing/2014/main" id="{65AEBCE9-F0A5-4F37-8E23-1A2296CD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23" name="lane 1 acc[1]">
            <a:extLst xmlns:a="http://schemas.openxmlformats.org/drawingml/2006/main">
              <a:ext uri="{FF2B5EF4-FFF2-40B4-BE49-F238E27FC236}">
                <a16:creationId xmlns:a16="http://schemas.microsoft.com/office/drawing/2014/main" id="{4C34B07F-3CDD-43D2-BF70-0619661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24" name="lane 1 …">
            <a:extLst xmlns:a="http://schemas.openxmlformats.org/drawingml/2006/main">
              <a:ext uri="{FF2B5EF4-FFF2-40B4-BE49-F238E27FC236}">
                <a16:creationId xmlns:a16="http://schemas.microsoft.com/office/drawing/2014/main" id="{9CC8378B-3874-4E06-9310-C7B11AEE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5" name="lane 1 acc[k−1]">
            <a:extLst xmlns:a="http://schemas.openxmlformats.org/drawingml/2006/main">
              <a:ext uri="{FF2B5EF4-FFF2-40B4-BE49-F238E27FC236}">
                <a16:creationId xmlns:a16="http://schemas.microsoft.com/office/drawing/2014/main" id="{C68D129C-1EEF-4E31-AF40-1214F508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CCC3C-F59F-4C41-AA7E-0E83B1B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7052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27" name="lane 2 acc[0]">
            <a:extLst xmlns:a="http://schemas.openxmlformats.org/drawingml/2006/main">
              <a:ext uri="{FF2B5EF4-FFF2-40B4-BE49-F238E27FC236}">
                <a16:creationId xmlns:a16="http://schemas.microsoft.com/office/drawing/2014/main" id="{4AF763BE-304D-430C-B501-97C5827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28" name="lane 2 acc[1]">
            <a:extLst xmlns:a="http://schemas.openxmlformats.org/drawingml/2006/main">
              <a:ext uri="{FF2B5EF4-FFF2-40B4-BE49-F238E27FC236}">
                <a16:creationId xmlns:a16="http://schemas.microsoft.com/office/drawing/2014/main" id="{8F426F5C-5CC5-49C5-82FB-1DF09C9C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29" name="lane 2 …">
            <a:extLst xmlns:a="http://schemas.openxmlformats.org/drawingml/2006/main">
              <a:ext uri="{FF2B5EF4-FFF2-40B4-BE49-F238E27FC236}">
                <a16:creationId xmlns:a16="http://schemas.microsoft.com/office/drawing/2014/main" id="{80B4F149-9791-4BBA-A376-ACAD4E5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0" name="lane 2 acc[k−1]">
            <a:extLst xmlns:a="http://schemas.openxmlformats.org/drawingml/2006/main">
              <a:ext uri="{FF2B5EF4-FFF2-40B4-BE49-F238E27FC236}">
                <a16:creationId xmlns:a16="http://schemas.microsoft.com/office/drawing/2014/main" id="{EDABF35C-89B7-47B5-91D8-3144A70D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FD7A2D-EB10-4944-A390-1B061A2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1624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B5757"/>
                </a:solidFill>
                <a:latin typeface="Aptos"/>
                <a:ea typeface="Aptos"/>
                <a:cs typeface="Aptos"/>
              </a:rPr>
              <a:t>lane 3</a:t>
            </a:r>
          </a:p>
        </p:txBody>
      </p:sp>
      <p:sp>
        <p:nvSpPr>
          <p:cNvPr id="32" name="lane 3 acc[0]">
            <a:extLst xmlns:a="http://schemas.openxmlformats.org/drawingml/2006/main">
              <a:ext uri="{FF2B5EF4-FFF2-40B4-BE49-F238E27FC236}">
                <a16:creationId xmlns:a16="http://schemas.microsoft.com/office/drawing/2014/main" id="{0747F1B0-A9AF-456D-B0FE-6FF8F373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33" name="lane 3 acc[1]">
            <a:extLst xmlns:a="http://schemas.openxmlformats.org/drawingml/2006/main">
              <a:ext uri="{FF2B5EF4-FFF2-40B4-BE49-F238E27FC236}">
                <a16:creationId xmlns:a16="http://schemas.microsoft.com/office/drawing/2014/main" id="{883620AA-4629-45AB-A8B7-6F4685E0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34" name="lane 3 …">
            <a:extLst xmlns:a="http://schemas.openxmlformats.org/drawingml/2006/main">
              <a:ext uri="{FF2B5EF4-FFF2-40B4-BE49-F238E27FC236}">
                <a16:creationId xmlns:a16="http://schemas.microsoft.com/office/drawing/2014/main" id="{4D9FDA12-C391-464A-92E2-0CDEED26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5" name="lane 3 acc[k−1]">
            <a:extLst xmlns:a="http://schemas.openxmlformats.org/drawingml/2006/main">
              <a:ext uri="{FF2B5EF4-FFF2-40B4-BE49-F238E27FC236}">
                <a16:creationId xmlns:a16="http://schemas.microsoft.com/office/drawing/2014/main" id="{DF7FA197-4C2D-4B9C-961F-C605B7C0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BB0CDD-02B5-42C7-ABED-F5C822C5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6196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37" name="⋮ acc[0]">
            <a:extLst xmlns:a="http://schemas.openxmlformats.org/drawingml/2006/main">
              <a:ext uri="{FF2B5EF4-FFF2-40B4-BE49-F238E27FC236}">
                <a16:creationId xmlns:a16="http://schemas.microsoft.com/office/drawing/2014/main" id="{BF64B9E0-3655-4412-9383-643092C6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38" name="⋮ acc[1]">
            <a:extLst xmlns:a="http://schemas.openxmlformats.org/drawingml/2006/main">
              <a:ext uri="{FF2B5EF4-FFF2-40B4-BE49-F238E27FC236}">
                <a16:creationId xmlns:a16="http://schemas.microsoft.com/office/drawing/2014/main" id="{D9127ECF-640F-4298-9C51-5571DBA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39" name="⋮ …">
            <a:extLst xmlns:a="http://schemas.openxmlformats.org/drawingml/2006/main">
              <a:ext uri="{FF2B5EF4-FFF2-40B4-BE49-F238E27FC236}">
                <a16:creationId xmlns:a16="http://schemas.microsoft.com/office/drawing/2014/main" id="{C12F9AC9-21A3-4C87-82E1-9796E483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0" name="⋮ acc[k−1]">
            <a:extLst xmlns:a="http://schemas.openxmlformats.org/drawingml/2006/main">
              <a:ext uri="{FF2B5EF4-FFF2-40B4-BE49-F238E27FC236}">
                <a16:creationId xmlns:a16="http://schemas.microsoft.com/office/drawing/2014/main" id="{B2B41A96-EC21-4D96-A305-99ECD0DA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DA6079-80AB-4537-801B-01FFBAB6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0768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lane 31</a:t>
            </a:r>
          </a:p>
        </p:txBody>
      </p:sp>
      <p:sp>
        <p:nvSpPr>
          <p:cNvPr id="42" name="lane 31 acc[0]">
            <a:extLst xmlns:a="http://schemas.openxmlformats.org/drawingml/2006/main">
              <a:ext uri="{FF2B5EF4-FFF2-40B4-BE49-F238E27FC236}">
                <a16:creationId xmlns:a16="http://schemas.microsoft.com/office/drawing/2014/main" id="{ADFC36CB-4B81-4228-9D95-0A6C2114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43" name="lane 31 acc[1]">
            <a:extLst xmlns:a="http://schemas.openxmlformats.org/drawingml/2006/main">
              <a:ext uri="{FF2B5EF4-FFF2-40B4-BE49-F238E27FC236}">
                <a16:creationId xmlns:a16="http://schemas.microsoft.com/office/drawing/2014/main" id="{8A51DD5E-1F0E-40F5-87F2-70B65031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44" name="lane 31 …">
            <a:extLst xmlns:a="http://schemas.openxmlformats.org/drawingml/2006/main">
              <a:ext uri="{FF2B5EF4-FFF2-40B4-BE49-F238E27FC236}">
                <a16:creationId xmlns:a16="http://schemas.microsoft.com/office/drawing/2014/main" id="{7C66BA76-0414-455D-8940-08FB76F5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5" name="lane 31 acc[k−1]">
            <a:extLst xmlns:a="http://schemas.openxmlformats.org/drawingml/2006/main">
              <a:ext uri="{FF2B5EF4-FFF2-40B4-BE49-F238E27FC236}">
                <a16:creationId xmlns:a16="http://schemas.microsoft.com/office/drawing/2014/main" id="{97695135-5257-445C-9E64-B867B56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0CB645-2F78-4101-A2CE-602A0AA9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5572125"/>
            <a:ext cx="6324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k = 3, 6, 8, 20, 32: acc[K] specializzato a compile-time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1C014B-B6E8-4E49-8C4B-9CBF1179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55721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altri k: tile runtime di 4 colonne</a:t>
            </a:r>
          </a:p>
        </p:txBody>
      </p:sp>
      <p:sp>
        <p:nvSpPr>
          <p:cNvPr id="48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0E34914D-7C2D-4ACF-AFEF-9CED7408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5972175"/>
            <a:ext cx="1004887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lane costruisce una parte della riga i di Y senza usare shared memory</a:t>
            </a:r>
          </a:p>
        </p:txBody>
      </p:sp>
    </p:spTree>
    <p:extLst>
      <p:ext uri="{BB962C8B-B14F-4D97-AF65-F5344CB8AC3E}">
        <p14:creationId xmlns:p14="http://schemas.microsoft.com/office/powerpoint/2010/main" val="941493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olo">
            <a:extLst xmlns:a="http://schemas.openxmlformats.org/drawingml/2006/main">
              <a:ext uri="{FF2B5EF4-FFF2-40B4-BE49-F238E27FC236}">
                <a16:creationId xmlns:a16="http://schemas.microsoft.com/office/drawing/2014/main" id="{87B9EE49-75F1-40C5-88F0-2447CC3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riduzione del warp e scrittura di Y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D84BABEA-A3AB-4D90-94A7-7ACD2C10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3AED2-5148-4A54-B1B5-E08D3AD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37482-8513-47C4-A49D-1849BF83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Riduzione">
            <a:extLst xmlns:a="http://schemas.openxmlformats.org/drawingml/2006/main">
              <a:ext uri="{FF2B5EF4-FFF2-40B4-BE49-F238E27FC236}">
                <a16:creationId xmlns:a16="http://schemas.microsoft.com/office/drawing/2014/main" id="{DC3B7192-5FCE-4D58-9B13-1779446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52475"/>
            <a:ext cx="4810125" cy="4972050"/>
          </a:xfrm>
          <a:prstGeom xmlns:a="http://schemas.openxmlformats.org/drawingml/2006/main" prst="roundRect">
            <a:avLst>
              <a:gd name="adj" fmla="val 1584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D89B0-6937-4492-A6CC-96EE192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866775"/>
            <a:ext cx="46196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Riduzione warp (__shfl_down_sync)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49B4A-B4E4-4442-9012-10D6F6D1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524000"/>
            <a:ext cx="31432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32 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38506-A47B-48EE-B3AA-C53DD46F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24825-90FD-41E6-B7C6-ECFDAACA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152650"/>
            <a:ext cx="26860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3335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16 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92B61-C66B-4CB5-87E9-46628425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8127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85AAE-13E4-4767-B058-C175A41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781300"/>
            <a:ext cx="22288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3335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8 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2EEFF-D7F6-4498-87D0-F2A5A846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999A3-3808-4FED-A61C-87D87E22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409950"/>
            <a:ext cx="17716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3335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4 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95E6A-215D-4F10-A68E-255115F1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3857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B9742-014C-41DB-8CD2-241DA2F3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4038600"/>
            <a:ext cx="13144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3335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2 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A799A-2F37-459E-9504-A8ED2F14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672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3A691-2D6E-4644-8C1E-AE3F984B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667250"/>
            <a:ext cx="8572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13335">
            <a:solidFill>
              <a:srgbClr val="6684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73841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1 lane (lane 0)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71138-9184-4055-B536-97D34CF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52292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offset: 16, 8, 4, 2, 1</a:t>
            </a:r>
          </a:p>
        </p:txBody>
      </p:sp>
      <p:sp>
        <p:nvSpPr>
          <p:cNvPr id="19" name="Scrittura output">
            <a:extLst xmlns:a="http://schemas.openxmlformats.org/drawingml/2006/main">
              <a:ext uri="{FF2B5EF4-FFF2-40B4-BE49-F238E27FC236}">
                <a16:creationId xmlns:a16="http://schemas.microsoft.com/office/drawing/2014/main" id="{EFE9F521-A30E-4457-8F84-ED85145B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52475"/>
            <a:ext cx="6734175" cy="4972050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1E9AD-7697-4834-AE15-CB4C3101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866775"/>
            <a:ext cx="65436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 scrive la riga di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33B12-A41E-45D0-8541-1391B9C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1457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Dopo la riduzione, lane 0 possiede gli accumulatori finali</a:t>
            </a:r>
          </a:p>
        </p:txBody>
      </p:sp>
      <p:sp>
        <p:nvSpPr>
          <p:cNvPr id="22" name="Acc finale 0">
            <a:extLst xmlns:a="http://schemas.openxmlformats.org/drawingml/2006/main">
              <a:ext uri="{FF2B5EF4-FFF2-40B4-BE49-F238E27FC236}">
                <a16:creationId xmlns:a16="http://schemas.microsoft.com/office/drawing/2014/main" id="{02A703DA-E5B8-4E4A-BF50-38693F7E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23" name="Acc finale 1">
            <a:extLst xmlns:a="http://schemas.openxmlformats.org/drawingml/2006/main">
              <a:ext uri="{FF2B5EF4-FFF2-40B4-BE49-F238E27FC236}">
                <a16:creationId xmlns:a16="http://schemas.microsoft.com/office/drawing/2014/main" id="{CBF4FC33-A97E-41FD-9C55-6462ED6B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24" name="Acc finale 2">
            <a:extLst xmlns:a="http://schemas.openxmlformats.org/drawingml/2006/main">
              <a:ext uri="{FF2B5EF4-FFF2-40B4-BE49-F238E27FC236}">
                <a16:creationId xmlns:a16="http://schemas.microsoft.com/office/drawing/2014/main" id="{BA022524-8DD6-4BDE-8F09-0354F34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5" name="Acc finale 3">
            <a:extLst xmlns:a="http://schemas.openxmlformats.org/drawingml/2006/main">
              <a:ext uri="{FF2B5EF4-FFF2-40B4-BE49-F238E27FC236}">
                <a16:creationId xmlns:a16="http://schemas.microsoft.com/office/drawing/2014/main" id="{C10BDFEA-215E-4546-BDAC-494460D9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9CEDA-501E-43D4-8833-2432CD21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494CC-D2F5-4EE3-9D88-C92F602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24802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Y_ic = acc[c]    per ogni c</a:t>
            </a:r>
          </a:p>
        </p:txBody>
      </p:sp>
      <p:sp>
        <p:nvSpPr>
          <p:cNvPr id="28" name="Y finale 0">
            <a:extLst xmlns:a="http://schemas.openxmlformats.org/drawingml/2006/main">
              <a:ext uri="{FF2B5EF4-FFF2-40B4-BE49-F238E27FC236}">
                <a16:creationId xmlns:a16="http://schemas.microsoft.com/office/drawing/2014/main" id="{C8738096-7E6B-460D-BF51-B7CDDABB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Y_i0</a:t>
            </a:r>
          </a:p>
        </p:txBody>
      </p:sp>
      <p:sp>
        <p:nvSpPr>
          <p:cNvPr id="29" name="Y finale 1">
            <a:extLst xmlns:a="http://schemas.openxmlformats.org/drawingml/2006/main">
              <a:ext uri="{FF2B5EF4-FFF2-40B4-BE49-F238E27FC236}">
                <a16:creationId xmlns:a16="http://schemas.microsoft.com/office/drawing/2014/main" id="{8A0B5127-23ED-475E-9C50-52903BC7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Y_i1</a:t>
            </a:r>
          </a:p>
        </p:txBody>
      </p:sp>
      <p:sp>
        <p:nvSpPr>
          <p:cNvPr id="30" name="Y finale 2">
            <a:extLst xmlns:a="http://schemas.openxmlformats.org/drawingml/2006/main">
              <a:ext uri="{FF2B5EF4-FFF2-40B4-BE49-F238E27FC236}">
                <a16:creationId xmlns:a16="http://schemas.microsoft.com/office/drawing/2014/main" id="{1291B8BD-CDAC-4FCA-9507-9280C1B5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1" name="Y finale 3">
            <a:extLst xmlns:a="http://schemas.openxmlformats.org/drawingml/2006/main">
              <a:ext uri="{FF2B5EF4-FFF2-40B4-BE49-F238E27FC236}">
                <a16:creationId xmlns:a16="http://schemas.microsoft.com/office/drawing/2014/main" id="{035CBEFF-7FE3-4422-AAEF-95F0E0F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Y_i,k−1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57BF79-977C-4CB6-86B3-3ED8AF01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4638675"/>
            <a:ext cx="504825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acc[c] += __shfl_down_sync(mask, acc[c], offset)</a:t>
            </a:r>
          </a:p>
        </p:txBody>
      </p:sp>
      <p:sp>
        <p:nvSpPr>
          <p:cNvPr id="33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52064A76-8453-468C-9149-B5FC37B8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915025"/>
            <a:ext cx="99060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32 lane, riduzione nel warp, lane 0: una riga completa di Y</a:t>
            </a:r>
          </a:p>
        </p:txBody>
      </p:sp>
    </p:spTree>
    <p:extLst>
      <p:ext uri="{BB962C8B-B14F-4D97-AF65-F5344CB8AC3E}">
        <p14:creationId xmlns:p14="http://schemas.microsoft.com/office/powerpoint/2010/main" val="1505772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Titolo">
            <a:extLst xmlns:a="http://schemas.openxmlformats.org/drawingml/2006/main">
              <a:ext uri="{FF2B5EF4-FFF2-40B4-BE49-F238E27FC236}">
                <a16:creationId xmlns:a16="http://schemas.microsoft.com/office/drawing/2014/main" id="{4887108D-E300-46D8-844E-8509D57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Perché X in column-major è vantaggiosa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57DF41EE-2707-42A5-A90E-98D327B5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8D573-C097-46EB-BE43-43902C9C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A7738-273C-4925-BB31-44A84A2C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62376-F21A-437B-B82D-A86B167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742950"/>
            <a:ext cx="55911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row-major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705D6-B3F8-4C02-A0DA-304F3164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106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elementi memorizzati riga per riga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17ACC-A28D-4DA5-8007-755C7173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742950"/>
            <a:ext cx="55911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column-major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AE94B-974E-4B4C-8852-91AF6B78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106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elementi memorizzati colonna per colonna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0F916-09EB-4576-B64C-64F11E85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4097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(row-major)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CCAF5-C56B-441B-8A08-AA17F2E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4097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(column-major)</a:t>
            </a:r>
          </a:p>
        </p:txBody>
      </p:sp>
      <p:sp>
        <p:nvSpPr>
          <p:cNvPr id="11" name="Row-major 0 0">
            <a:extLst xmlns:a="http://schemas.openxmlformats.org/drawingml/2006/main">
              <a:ext uri="{FF2B5EF4-FFF2-40B4-BE49-F238E27FC236}">
                <a16:creationId xmlns:a16="http://schemas.microsoft.com/office/drawing/2014/main" id="{B788F5F8-2DAD-485A-8815-E39CCE6C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X_00</a:t>
            </a:r>
          </a:p>
        </p:txBody>
      </p:sp>
      <p:sp>
        <p:nvSpPr>
          <p:cNvPr id="12" name="Column-major 0 0">
            <a:extLst xmlns:a="http://schemas.openxmlformats.org/drawingml/2006/main">
              <a:ext uri="{FF2B5EF4-FFF2-40B4-BE49-F238E27FC236}">
                <a16:creationId xmlns:a16="http://schemas.microsoft.com/office/drawing/2014/main" id="{CFABA50B-9C50-4C4E-9A28-381AC2E3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X_00</a:t>
            </a:r>
          </a:p>
        </p:txBody>
      </p:sp>
      <p:sp>
        <p:nvSpPr>
          <p:cNvPr id="13" name="Row-major 0 1">
            <a:extLst xmlns:a="http://schemas.openxmlformats.org/drawingml/2006/main">
              <a:ext uri="{FF2B5EF4-FFF2-40B4-BE49-F238E27FC236}">
                <a16:creationId xmlns:a16="http://schemas.microsoft.com/office/drawing/2014/main" id="{E41F6DA2-42D6-4C92-A34D-FC94427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X_01</a:t>
            </a:r>
          </a:p>
        </p:txBody>
      </p:sp>
      <p:sp>
        <p:nvSpPr>
          <p:cNvPr id="14" name="Column-major 0 1">
            <a:extLst xmlns:a="http://schemas.openxmlformats.org/drawingml/2006/main">
              <a:ext uri="{FF2B5EF4-FFF2-40B4-BE49-F238E27FC236}">
                <a16:creationId xmlns:a16="http://schemas.microsoft.com/office/drawing/2014/main" id="{9BF78BA7-8D1F-4E27-9821-19B89DD4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X_01</a:t>
            </a:r>
          </a:p>
        </p:txBody>
      </p:sp>
      <p:sp>
        <p:nvSpPr>
          <p:cNvPr id="15" name="Row-major 0 2">
            <a:extLst xmlns:a="http://schemas.openxmlformats.org/drawingml/2006/main">
              <a:ext uri="{FF2B5EF4-FFF2-40B4-BE49-F238E27FC236}">
                <a16:creationId xmlns:a16="http://schemas.microsoft.com/office/drawing/2014/main" id="{B9035FBC-1E90-4439-9575-84B176D4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X_02</a:t>
            </a:r>
          </a:p>
        </p:txBody>
      </p:sp>
      <p:sp>
        <p:nvSpPr>
          <p:cNvPr id="16" name="Column-major 0 2">
            <a:extLst xmlns:a="http://schemas.openxmlformats.org/drawingml/2006/main">
              <a:ext uri="{FF2B5EF4-FFF2-40B4-BE49-F238E27FC236}">
                <a16:creationId xmlns:a16="http://schemas.microsoft.com/office/drawing/2014/main" id="{9CD9CDAB-9EAC-413A-911D-EC4EB96F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X_02</a:t>
            </a:r>
          </a:p>
        </p:txBody>
      </p:sp>
      <p:sp>
        <p:nvSpPr>
          <p:cNvPr id="17" name="Row-major 0 3">
            <a:extLst xmlns:a="http://schemas.openxmlformats.org/drawingml/2006/main">
              <a:ext uri="{FF2B5EF4-FFF2-40B4-BE49-F238E27FC236}">
                <a16:creationId xmlns:a16="http://schemas.microsoft.com/office/drawing/2014/main" id="{F4F37BA3-1737-451A-9D58-AE5FD5C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X_0c</a:t>
            </a:r>
          </a:p>
        </p:txBody>
      </p:sp>
      <p:sp>
        <p:nvSpPr>
          <p:cNvPr id="18" name="Column-major 0 3">
            <a:extLst xmlns:a="http://schemas.openxmlformats.org/drawingml/2006/main">
              <a:ext uri="{FF2B5EF4-FFF2-40B4-BE49-F238E27FC236}">
                <a16:creationId xmlns:a16="http://schemas.microsoft.com/office/drawing/2014/main" id="{2BF19A8D-57DB-4906-B9E2-09524C81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X_0c</a:t>
            </a:r>
          </a:p>
        </p:txBody>
      </p:sp>
      <p:sp>
        <p:nvSpPr>
          <p:cNvPr id="19" name="Row-major 0 4">
            <a:extLst xmlns:a="http://schemas.openxmlformats.org/drawingml/2006/main">
              <a:ext uri="{FF2B5EF4-FFF2-40B4-BE49-F238E27FC236}">
                <a16:creationId xmlns:a16="http://schemas.microsoft.com/office/drawing/2014/main" id="{0EFA9A6B-4B3A-439B-A59B-7FC517B0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0" name="Column-major 0 4">
            <a:extLst xmlns:a="http://schemas.openxmlformats.org/drawingml/2006/main">
              <a:ext uri="{FF2B5EF4-FFF2-40B4-BE49-F238E27FC236}">
                <a16:creationId xmlns:a16="http://schemas.microsoft.com/office/drawing/2014/main" id="{6D61D856-BF15-47EE-BADD-184FCDAC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1" name="Row-major 1 0">
            <a:extLst xmlns:a="http://schemas.openxmlformats.org/drawingml/2006/main">
              <a:ext uri="{FF2B5EF4-FFF2-40B4-BE49-F238E27FC236}">
                <a16:creationId xmlns:a16="http://schemas.microsoft.com/office/drawing/2014/main" id="{6D353CD5-F21C-49B9-8ADC-B670F9A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X_10</a:t>
            </a:r>
          </a:p>
        </p:txBody>
      </p:sp>
      <p:sp>
        <p:nvSpPr>
          <p:cNvPr id="22" name="Column-major 1 0">
            <a:extLst xmlns:a="http://schemas.openxmlformats.org/drawingml/2006/main">
              <a:ext uri="{FF2B5EF4-FFF2-40B4-BE49-F238E27FC236}">
                <a16:creationId xmlns:a16="http://schemas.microsoft.com/office/drawing/2014/main" id="{5823E82A-388D-4B50-A791-32503E18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X_10</a:t>
            </a:r>
          </a:p>
        </p:txBody>
      </p:sp>
      <p:sp>
        <p:nvSpPr>
          <p:cNvPr id="23" name="Row-major 1 1">
            <a:extLst xmlns:a="http://schemas.openxmlformats.org/drawingml/2006/main">
              <a:ext uri="{FF2B5EF4-FFF2-40B4-BE49-F238E27FC236}">
                <a16:creationId xmlns:a16="http://schemas.microsoft.com/office/drawing/2014/main" id="{D3DC565C-F121-4FD5-ACB6-F9A48335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X_11</a:t>
            </a:r>
          </a:p>
        </p:txBody>
      </p:sp>
      <p:sp>
        <p:nvSpPr>
          <p:cNvPr id="24" name="Column-major 1 1">
            <a:extLst xmlns:a="http://schemas.openxmlformats.org/drawingml/2006/main">
              <a:ext uri="{FF2B5EF4-FFF2-40B4-BE49-F238E27FC236}">
                <a16:creationId xmlns:a16="http://schemas.microsoft.com/office/drawing/2014/main" id="{A2055BE4-1257-450E-AEB8-A21D6140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X_11</a:t>
            </a:r>
          </a:p>
        </p:txBody>
      </p:sp>
      <p:sp>
        <p:nvSpPr>
          <p:cNvPr id="25" name="Row-major 1 2">
            <a:extLst xmlns:a="http://schemas.openxmlformats.org/drawingml/2006/main">
              <a:ext uri="{FF2B5EF4-FFF2-40B4-BE49-F238E27FC236}">
                <a16:creationId xmlns:a16="http://schemas.microsoft.com/office/drawing/2014/main" id="{5BDD21DE-C534-4DA5-B539-0978DD9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X_12</a:t>
            </a:r>
          </a:p>
        </p:txBody>
      </p:sp>
      <p:sp>
        <p:nvSpPr>
          <p:cNvPr id="26" name="Column-major 1 2">
            <a:extLst xmlns:a="http://schemas.openxmlformats.org/drawingml/2006/main">
              <a:ext uri="{FF2B5EF4-FFF2-40B4-BE49-F238E27FC236}">
                <a16:creationId xmlns:a16="http://schemas.microsoft.com/office/drawing/2014/main" id="{7F7F1274-56DA-495A-95F2-FFC0B112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X_12</a:t>
            </a:r>
          </a:p>
        </p:txBody>
      </p:sp>
      <p:sp>
        <p:nvSpPr>
          <p:cNvPr id="27" name="Row-major 1 3">
            <a:extLst xmlns:a="http://schemas.openxmlformats.org/drawingml/2006/main">
              <a:ext uri="{FF2B5EF4-FFF2-40B4-BE49-F238E27FC236}">
                <a16:creationId xmlns:a16="http://schemas.microsoft.com/office/drawing/2014/main" id="{E1EAB0A3-CA6E-4FA9-AE64-05B2C109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X_1c</a:t>
            </a:r>
          </a:p>
        </p:txBody>
      </p:sp>
      <p:sp>
        <p:nvSpPr>
          <p:cNvPr id="28" name="Column-major 1 3">
            <a:extLst xmlns:a="http://schemas.openxmlformats.org/drawingml/2006/main">
              <a:ext uri="{FF2B5EF4-FFF2-40B4-BE49-F238E27FC236}">
                <a16:creationId xmlns:a16="http://schemas.microsoft.com/office/drawing/2014/main" id="{B67A3327-9281-4D29-AA3B-4DDD50C0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X_1c</a:t>
            </a:r>
          </a:p>
        </p:txBody>
      </p:sp>
      <p:sp>
        <p:nvSpPr>
          <p:cNvPr id="29" name="Row-major 1 4">
            <a:extLst xmlns:a="http://schemas.openxmlformats.org/drawingml/2006/main">
              <a:ext uri="{FF2B5EF4-FFF2-40B4-BE49-F238E27FC236}">
                <a16:creationId xmlns:a16="http://schemas.microsoft.com/office/drawing/2014/main" id="{0D9B77AF-03EC-446E-B469-551F091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0" name="Column-major 1 4">
            <a:extLst xmlns:a="http://schemas.openxmlformats.org/drawingml/2006/main">
              <a:ext uri="{FF2B5EF4-FFF2-40B4-BE49-F238E27FC236}">
                <a16:creationId xmlns:a16="http://schemas.microsoft.com/office/drawing/2014/main" id="{95FB3ADD-123E-4E16-B8F3-82A7E8B3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1" name="Row-major 2 0">
            <a:extLst xmlns:a="http://schemas.openxmlformats.org/drawingml/2006/main">
              <a:ext uri="{FF2B5EF4-FFF2-40B4-BE49-F238E27FC236}">
                <a16:creationId xmlns:a16="http://schemas.microsoft.com/office/drawing/2014/main" id="{04C05FB4-1782-4DF0-A755-91B07DE1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X_20</a:t>
            </a:r>
          </a:p>
        </p:txBody>
      </p:sp>
      <p:sp>
        <p:nvSpPr>
          <p:cNvPr id="32" name="Column-major 2 0">
            <a:extLst xmlns:a="http://schemas.openxmlformats.org/drawingml/2006/main">
              <a:ext uri="{FF2B5EF4-FFF2-40B4-BE49-F238E27FC236}">
                <a16:creationId xmlns:a16="http://schemas.microsoft.com/office/drawing/2014/main" id="{6D096787-32EE-4B74-80C7-4DF53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X_20</a:t>
            </a:r>
          </a:p>
        </p:txBody>
      </p:sp>
      <p:sp>
        <p:nvSpPr>
          <p:cNvPr id="33" name="Row-major 2 1">
            <a:extLst xmlns:a="http://schemas.openxmlformats.org/drawingml/2006/main">
              <a:ext uri="{FF2B5EF4-FFF2-40B4-BE49-F238E27FC236}">
                <a16:creationId xmlns:a16="http://schemas.microsoft.com/office/drawing/2014/main" id="{5B535416-9793-4812-B25D-E91F66FA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X_21</a:t>
            </a:r>
          </a:p>
        </p:txBody>
      </p:sp>
      <p:sp>
        <p:nvSpPr>
          <p:cNvPr id="34" name="Column-major 2 1">
            <a:extLst xmlns:a="http://schemas.openxmlformats.org/drawingml/2006/main">
              <a:ext uri="{FF2B5EF4-FFF2-40B4-BE49-F238E27FC236}">
                <a16:creationId xmlns:a16="http://schemas.microsoft.com/office/drawing/2014/main" id="{1B561728-5785-4D0F-A63E-A90FFF7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X_21</a:t>
            </a:r>
          </a:p>
        </p:txBody>
      </p:sp>
      <p:sp>
        <p:nvSpPr>
          <p:cNvPr id="35" name="Row-major 2 2">
            <a:extLst xmlns:a="http://schemas.openxmlformats.org/drawingml/2006/main">
              <a:ext uri="{FF2B5EF4-FFF2-40B4-BE49-F238E27FC236}">
                <a16:creationId xmlns:a16="http://schemas.microsoft.com/office/drawing/2014/main" id="{E83585F6-8D79-4E4C-A55F-08E88983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X_22</a:t>
            </a:r>
          </a:p>
        </p:txBody>
      </p:sp>
      <p:sp>
        <p:nvSpPr>
          <p:cNvPr id="36" name="Column-major 2 2">
            <a:extLst xmlns:a="http://schemas.openxmlformats.org/drawingml/2006/main">
              <a:ext uri="{FF2B5EF4-FFF2-40B4-BE49-F238E27FC236}">
                <a16:creationId xmlns:a16="http://schemas.microsoft.com/office/drawing/2014/main" id="{BEFCEB12-AC24-4855-B766-FA0C06D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X_22</a:t>
            </a:r>
          </a:p>
        </p:txBody>
      </p:sp>
      <p:sp>
        <p:nvSpPr>
          <p:cNvPr id="37" name="Row-major 2 3">
            <a:extLst xmlns:a="http://schemas.openxmlformats.org/drawingml/2006/main">
              <a:ext uri="{FF2B5EF4-FFF2-40B4-BE49-F238E27FC236}">
                <a16:creationId xmlns:a16="http://schemas.microsoft.com/office/drawing/2014/main" id="{F66F197F-B293-49D1-A4E6-DAFDD62B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X_2c</a:t>
            </a:r>
          </a:p>
        </p:txBody>
      </p:sp>
      <p:sp>
        <p:nvSpPr>
          <p:cNvPr id="38" name="Column-major 2 3">
            <a:extLst xmlns:a="http://schemas.openxmlformats.org/drawingml/2006/main">
              <a:ext uri="{FF2B5EF4-FFF2-40B4-BE49-F238E27FC236}">
                <a16:creationId xmlns:a16="http://schemas.microsoft.com/office/drawing/2014/main" id="{59A93B8F-E6CE-4610-8E1B-028157C7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X_2c</a:t>
            </a:r>
          </a:p>
        </p:txBody>
      </p:sp>
      <p:sp>
        <p:nvSpPr>
          <p:cNvPr id="39" name="Row-major 2 4">
            <a:extLst xmlns:a="http://schemas.openxmlformats.org/drawingml/2006/main">
              <a:ext uri="{FF2B5EF4-FFF2-40B4-BE49-F238E27FC236}">
                <a16:creationId xmlns:a16="http://schemas.microsoft.com/office/drawing/2014/main" id="{31248E16-FA9B-4873-8FF1-A212366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0" name="Column-major 2 4">
            <a:extLst xmlns:a="http://schemas.openxmlformats.org/drawingml/2006/main">
              <a:ext uri="{FF2B5EF4-FFF2-40B4-BE49-F238E27FC236}">
                <a16:creationId xmlns:a16="http://schemas.microsoft.com/office/drawing/2014/main" id="{7FDF1D14-0ED7-4CC5-9413-6B340763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1" name="Row-major 3 0">
            <a:extLst xmlns:a="http://schemas.openxmlformats.org/drawingml/2006/main">
              <a:ext uri="{FF2B5EF4-FFF2-40B4-BE49-F238E27FC236}">
                <a16:creationId xmlns:a16="http://schemas.microsoft.com/office/drawing/2014/main" id="{7C0C16F0-6295-48EF-9050-50CAD928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X_30</a:t>
            </a:r>
          </a:p>
        </p:txBody>
      </p:sp>
      <p:sp>
        <p:nvSpPr>
          <p:cNvPr id="42" name="Column-major 3 0">
            <a:extLst xmlns:a="http://schemas.openxmlformats.org/drawingml/2006/main">
              <a:ext uri="{FF2B5EF4-FFF2-40B4-BE49-F238E27FC236}">
                <a16:creationId xmlns:a16="http://schemas.microsoft.com/office/drawing/2014/main" id="{2CB6B440-FE8A-4145-83F1-B457515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X_30</a:t>
            </a:r>
          </a:p>
        </p:txBody>
      </p:sp>
      <p:sp>
        <p:nvSpPr>
          <p:cNvPr id="43" name="Row-major 3 1">
            <a:extLst xmlns:a="http://schemas.openxmlformats.org/drawingml/2006/main">
              <a:ext uri="{FF2B5EF4-FFF2-40B4-BE49-F238E27FC236}">
                <a16:creationId xmlns:a16="http://schemas.microsoft.com/office/drawing/2014/main" id="{2815FA14-EC22-4FD1-B6B1-C2589F2C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X_31</a:t>
            </a:r>
          </a:p>
        </p:txBody>
      </p:sp>
      <p:sp>
        <p:nvSpPr>
          <p:cNvPr id="44" name="Column-major 3 1">
            <a:extLst xmlns:a="http://schemas.openxmlformats.org/drawingml/2006/main">
              <a:ext uri="{FF2B5EF4-FFF2-40B4-BE49-F238E27FC236}">
                <a16:creationId xmlns:a16="http://schemas.microsoft.com/office/drawing/2014/main" id="{B5FC9522-8C66-49E8-9133-FBD80072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X_31</a:t>
            </a:r>
          </a:p>
        </p:txBody>
      </p:sp>
      <p:sp>
        <p:nvSpPr>
          <p:cNvPr id="45" name="Row-major 3 2">
            <a:extLst xmlns:a="http://schemas.openxmlformats.org/drawingml/2006/main">
              <a:ext uri="{FF2B5EF4-FFF2-40B4-BE49-F238E27FC236}">
                <a16:creationId xmlns:a16="http://schemas.microsoft.com/office/drawing/2014/main" id="{5B04C690-D89C-4112-9915-ADF5E355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X_32</a:t>
            </a:r>
          </a:p>
        </p:txBody>
      </p:sp>
      <p:sp>
        <p:nvSpPr>
          <p:cNvPr id="46" name="Column-major 3 2">
            <a:extLst xmlns:a="http://schemas.openxmlformats.org/drawingml/2006/main">
              <a:ext uri="{FF2B5EF4-FFF2-40B4-BE49-F238E27FC236}">
                <a16:creationId xmlns:a16="http://schemas.microsoft.com/office/drawing/2014/main" id="{720D3D1E-254B-4949-9A9C-2A64A754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X_32</a:t>
            </a:r>
          </a:p>
        </p:txBody>
      </p:sp>
      <p:sp>
        <p:nvSpPr>
          <p:cNvPr id="47" name="Row-major 3 3">
            <a:extLst xmlns:a="http://schemas.openxmlformats.org/drawingml/2006/main">
              <a:ext uri="{FF2B5EF4-FFF2-40B4-BE49-F238E27FC236}">
                <a16:creationId xmlns:a16="http://schemas.microsoft.com/office/drawing/2014/main" id="{79562EF0-0CD5-4E7C-98CE-800CA8EF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X_3c</a:t>
            </a:r>
          </a:p>
        </p:txBody>
      </p:sp>
      <p:sp>
        <p:nvSpPr>
          <p:cNvPr id="48" name="Column-major 3 3">
            <a:extLst xmlns:a="http://schemas.openxmlformats.org/drawingml/2006/main">
              <a:ext uri="{FF2B5EF4-FFF2-40B4-BE49-F238E27FC236}">
                <a16:creationId xmlns:a16="http://schemas.microsoft.com/office/drawing/2014/main" id="{A9543A2D-453B-4E68-8812-DE731F62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X_3c</a:t>
            </a:r>
          </a:p>
        </p:txBody>
      </p:sp>
      <p:sp>
        <p:nvSpPr>
          <p:cNvPr id="49" name="Row-major 3 4">
            <a:extLst xmlns:a="http://schemas.openxmlformats.org/drawingml/2006/main">
              <a:ext uri="{FF2B5EF4-FFF2-40B4-BE49-F238E27FC236}">
                <a16:creationId xmlns:a16="http://schemas.microsoft.com/office/drawing/2014/main" id="{47319E4C-FD64-432E-B2D9-978F55C5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0" name="Column-major 3 4">
            <a:extLst xmlns:a="http://schemas.openxmlformats.org/drawingml/2006/main">
              <a:ext uri="{FF2B5EF4-FFF2-40B4-BE49-F238E27FC236}">
                <a16:creationId xmlns:a16="http://schemas.microsoft.com/office/drawing/2014/main" id="{3DF0FA1C-D88F-48F0-B8D3-9449E0DB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1" name="Row-major 4 0">
            <a:extLst xmlns:a="http://schemas.openxmlformats.org/drawingml/2006/main">
              <a:ext uri="{FF2B5EF4-FFF2-40B4-BE49-F238E27FC236}">
                <a16:creationId xmlns:a16="http://schemas.microsoft.com/office/drawing/2014/main" id="{DBEDA484-F66E-48D6-9DED-D638B70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2" name="Column-major 4 0">
            <a:extLst xmlns:a="http://schemas.openxmlformats.org/drawingml/2006/main">
              <a:ext uri="{FF2B5EF4-FFF2-40B4-BE49-F238E27FC236}">
                <a16:creationId xmlns:a16="http://schemas.microsoft.com/office/drawing/2014/main" id="{F03CEB06-FDB0-4CE4-A0E4-36415A49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3" name="Row-major 4 1">
            <a:extLst xmlns:a="http://schemas.openxmlformats.org/drawingml/2006/main">
              <a:ext uri="{FF2B5EF4-FFF2-40B4-BE49-F238E27FC236}">
                <a16:creationId xmlns:a16="http://schemas.microsoft.com/office/drawing/2014/main" id="{D4BDF31A-9B9C-4564-B5A2-75356124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4" name="Column-major 4 1">
            <a:extLst xmlns:a="http://schemas.openxmlformats.org/drawingml/2006/main">
              <a:ext uri="{FF2B5EF4-FFF2-40B4-BE49-F238E27FC236}">
                <a16:creationId xmlns:a16="http://schemas.microsoft.com/office/drawing/2014/main" id="{0AF87988-46F6-437E-99A8-CCC74761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5" name="Row-major 4 2">
            <a:extLst xmlns:a="http://schemas.openxmlformats.org/drawingml/2006/main">
              <a:ext uri="{FF2B5EF4-FFF2-40B4-BE49-F238E27FC236}">
                <a16:creationId xmlns:a16="http://schemas.microsoft.com/office/drawing/2014/main" id="{0D6A81A2-FEB2-4079-BB6E-F1B60FC0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6" name="Column-major 4 2">
            <a:extLst xmlns:a="http://schemas.openxmlformats.org/drawingml/2006/main">
              <a:ext uri="{FF2B5EF4-FFF2-40B4-BE49-F238E27FC236}">
                <a16:creationId xmlns:a16="http://schemas.microsoft.com/office/drawing/2014/main" id="{E713FB64-21FC-475C-ADBC-7498281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7" name="Row-major 4 3">
            <a:extLst xmlns:a="http://schemas.openxmlformats.org/drawingml/2006/main">
              <a:ext uri="{FF2B5EF4-FFF2-40B4-BE49-F238E27FC236}">
                <a16:creationId xmlns:a16="http://schemas.microsoft.com/office/drawing/2014/main" id="{C230B711-7F2F-4F59-AD3A-438672E4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8" name="Column-major 4 3">
            <a:extLst xmlns:a="http://schemas.openxmlformats.org/drawingml/2006/main">
              <a:ext uri="{FF2B5EF4-FFF2-40B4-BE49-F238E27FC236}">
                <a16:creationId xmlns:a16="http://schemas.microsoft.com/office/drawing/2014/main" id="{08BFA36A-E282-4939-BEBB-BAA06313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9" name="Row-major 4 4">
            <a:extLst xmlns:a="http://schemas.openxmlformats.org/drawingml/2006/main">
              <a:ext uri="{FF2B5EF4-FFF2-40B4-BE49-F238E27FC236}">
                <a16:creationId xmlns:a16="http://schemas.microsoft.com/office/drawing/2014/main" id="{EA081FC8-5ECF-438E-9C1D-1E7522B4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60" name="Column-major 4 4">
            <a:extLst xmlns:a="http://schemas.openxmlformats.org/drawingml/2006/main">
              <a:ext uri="{FF2B5EF4-FFF2-40B4-BE49-F238E27FC236}">
                <a16:creationId xmlns:a16="http://schemas.microsoft.com/office/drawing/2014/main" id="{B13C84C1-7296-48BF-B351-A9C62C87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61" name="Row-major 5 0">
            <a:extLst xmlns:a="http://schemas.openxmlformats.org/drawingml/2006/main">
              <a:ext uri="{FF2B5EF4-FFF2-40B4-BE49-F238E27FC236}">
                <a16:creationId xmlns:a16="http://schemas.microsoft.com/office/drawing/2014/main" id="{2E2D1B3B-C216-4636-8DD5-3D7CB5A8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X_j0</a:t>
            </a:r>
          </a:p>
        </p:txBody>
      </p:sp>
      <p:sp>
        <p:nvSpPr>
          <p:cNvPr id="62" name="Column-major 5 0">
            <a:extLst xmlns:a="http://schemas.openxmlformats.org/drawingml/2006/main">
              <a:ext uri="{FF2B5EF4-FFF2-40B4-BE49-F238E27FC236}">
                <a16:creationId xmlns:a16="http://schemas.microsoft.com/office/drawing/2014/main" id="{36EB9B2B-853B-405D-87F4-4092F49B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X_j0</a:t>
            </a:r>
          </a:p>
        </p:txBody>
      </p:sp>
      <p:sp>
        <p:nvSpPr>
          <p:cNvPr id="63" name="Row-major 5 1">
            <a:extLst xmlns:a="http://schemas.openxmlformats.org/drawingml/2006/main">
              <a:ext uri="{FF2B5EF4-FFF2-40B4-BE49-F238E27FC236}">
                <a16:creationId xmlns:a16="http://schemas.microsoft.com/office/drawing/2014/main" id="{76ECE810-3AF2-4726-BEB2-992A7CF8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X_j1</a:t>
            </a:r>
          </a:p>
        </p:txBody>
      </p:sp>
      <p:sp>
        <p:nvSpPr>
          <p:cNvPr id="64" name="Column-major 5 1">
            <a:extLst xmlns:a="http://schemas.openxmlformats.org/drawingml/2006/main">
              <a:ext uri="{FF2B5EF4-FFF2-40B4-BE49-F238E27FC236}">
                <a16:creationId xmlns:a16="http://schemas.microsoft.com/office/drawing/2014/main" id="{1A11A9A0-862D-4844-B229-E5462F6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X_j1</a:t>
            </a:r>
          </a:p>
        </p:txBody>
      </p:sp>
      <p:sp>
        <p:nvSpPr>
          <p:cNvPr id="65" name="Row-major 5 2">
            <a:extLst xmlns:a="http://schemas.openxmlformats.org/drawingml/2006/main">
              <a:ext uri="{FF2B5EF4-FFF2-40B4-BE49-F238E27FC236}">
                <a16:creationId xmlns:a16="http://schemas.microsoft.com/office/drawing/2014/main" id="{18552EFF-7542-474C-8AB4-C1890D97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X_j2</a:t>
            </a:r>
          </a:p>
        </p:txBody>
      </p:sp>
      <p:sp>
        <p:nvSpPr>
          <p:cNvPr id="66" name="Column-major 5 2">
            <a:extLst xmlns:a="http://schemas.openxmlformats.org/drawingml/2006/main">
              <a:ext uri="{FF2B5EF4-FFF2-40B4-BE49-F238E27FC236}">
                <a16:creationId xmlns:a16="http://schemas.microsoft.com/office/drawing/2014/main" id="{407D10CA-BF0A-4F3F-9E52-7D4A447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X_j2</a:t>
            </a:r>
          </a:p>
        </p:txBody>
      </p:sp>
      <p:sp>
        <p:nvSpPr>
          <p:cNvPr id="67" name="Row-major 5 3">
            <a:extLst xmlns:a="http://schemas.openxmlformats.org/drawingml/2006/main">
              <a:ext uri="{FF2B5EF4-FFF2-40B4-BE49-F238E27FC236}">
                <a16:creationId xmlns:a16="http://schemas.microsoft.com/office/drawing/2014/main" id="{090205CE-9509-474C-B594-F746A88A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X_jc</a:t>
            </a:r>
          </a:p>
        </p:txBody>
      </p:sp>
      <p:sp>
        <p:nvSpPr>
          <p:cNvPr id="68" name="Column-major 5 3">
            <a:extLst xmlns:a="http://schemas.openxmlformats.org/drawingml/2006/main">
              <a:ext uri="{FF2B5EF4-FFF2-40B4-BE49-F238E27FC236}">
                <a16:creationId xmlns:a16="http://schemas.microsoft.com/office/drawing/2014/main" id="{ABE5911F-2150-43F9-8EAB-70ECC2C0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X_jc</a:t>
            </a:r>
          </a:p>
        </p:txBody>
      </p:sp>
      <p:sp>
        <p:nvSpPr>
          <p:cNvPr id="69" name="Row-major 5 4">
            <a:extLst xmlns:a="http://schemas.openxmlformats.org/drawingml/2006/main">
              <a:ext uri="{FF2B5EF4-FFF2-40B4-BE49-F238E27FC236}">
                <a16:creationId xmlns:a16="http://schemas.microsoft.com/office/drawing/2014/main" id="{D493F660-543A-4D3B-80FF-290D1041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70" name="Column-major 5 4">
            <a:extLst xmlns:a="http://schemas.openxmlformats.org/drawingml/2006/main">
              <a:ext uri="{FF2B5EF4-FFF2-40B4-BE49-F238E27FC236}">
                <a16:creationId xmlns:a16="http://schemas.microsoft.com/office/drawing/2014/main" id="{EB2C6E36-853E-4DCB-8471-632244D4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0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652DD0-103C-4FE1-9288-5B9781DE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17907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B5D76C-48AC-4A1F-86C8-87D9DA4C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669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EAE736-48C3-4920-BB50-B4062B78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7716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&amp;X_j+0,c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21E2AC-B2E2-4E2D-AF54-DC1417F8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7907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817525E-7996-45E5-BA04-C7185C57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8669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AD257FC-F8F4-4E67-AECC-25F7327D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17716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&amp;X_j+0,c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5263A5-A0F7-4D63-98CF-750607D6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1907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94980B-5CFF-4FF2-8754-08C16A08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D30FD82-1909-4DCA-BC8D-E2743D7C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1717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&amp;X_j+1,c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696CC6-09F3-49FD-973A-B2386B9A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1907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6ED8EA6-7450-4322-988B-28875D7C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669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EBAD8CA-E453-4DED-ACDB-EC1F76C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1717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&amp;X_j+1,c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7A1473-1886-494E-B17C-BBFDD53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5908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2383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DFDFA7B-4FA6-4090-8039-D89452B6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09C8DD0-A19D-4DFE-8062-78B1B629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5717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&amp;X_j+2,c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E0D232F-9228-4A6C-977A-13791C59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5908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2383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DB595F6-66C5-450E-A72E-B232BFCC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670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E15B201-254F-411D-B259-1765D403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5717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&amp;X_j+2,c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73A661-3C11-4A31-B7DC-BCECC271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9908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2383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6B17806-E054-4BBD-AF0A-4EDC2CB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670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C366B11-B715-4F3C-9E7E-D595633A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9718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&amp;X_j+3,c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66A41D8-8AC4-4C31-AA8E-4C68483A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9908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2383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FE1A3A-BA6A-4364-9C12-FFDE6927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670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019A03-C8F6-455B-B34F-9E2A91F1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9718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&amp;X_j+3,c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FC9C90B-3063-4B11-A632-B1682EC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3909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2383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4EA4E6-FABF-4336-B05E-3AF1E0E8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67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421BAD0-AC1E-402C-B4F2-55FF8AF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3718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&amp;X_j+4,c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A8A2A9-AE50-4C19-8972-5B30D9E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3909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2383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17F33E-D3DC-4FA1-8C4E-1922C7EA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67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1661FC6-8D5D-481E-8541-B56782A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33718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&amp;X_j+4,c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585BA49-C9EE-45A7-B9C1-559D8628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7909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143F0C8-C613-4CBD-ACEE-F030AA5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671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4763">
            <a:solidFill>
              <a:srgbClr val="7EA6D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82F8467-7DBE-469A-9E37-E37C28A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7719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&amp;X_j+5,c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4E1B0A3-2E1C-4620-98ED-D2B55F73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7909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329630-7DA5-4500-9BAE-AB018C1C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671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4763">
            <a:solidFill>
              <a:srgbClr val="7EA6D8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038462-4E58-45FA-929A-13852C6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37719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&amp;X_j+5,c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C438D12-9213-48E0-965A-2688431A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52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EB5757"/>
                </a:solidFill>
                <a:latin typeface="Cambria Math"/>
                <a:ea typeface="Cambria Math"/>
                <a:cs typeface="Cambria Math"/>
              </a:rPr>
              <a:t>X_loc[j · ldx + c]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6501516-96D4-4148-8D18-B896F08F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352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0">
                <a:solidFill>
                  <a:srgbClr val="27AE60"/>
                </a:solidFill>
                <a:latin typeface="Cambria Math"/>
                <a:ea typeface="Cambria Math"/>
                <a:cs typeface="Cambria Math"/>
              </a:rPr>
              <a:t>X_loc[c · n_loc + j]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C7E885D-7BD9-40AC-A920-9346B253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6863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B5757"/>
                </a:solidFill>
                <a:latin typeface="Aptos"/>
                <a:ea typeface="Aptos"/>
                <a:cs typeface="Aptos"/>
              </a:rPr>
              <a:t>indirizzi separati da ldx scalari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449410D-2A38-417D-853C-B94F335B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6863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indirizzi consecutivi in memoria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3B1437D-C9C8-4546-AC29-7469562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105400"/>
            <a:ext cx="4600575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3335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523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52323"/>
                </a:solidFill>
                <a:latin typeface="Aptos"/>
                <a:ea typeface="Aptos"/>
                <a:cs typeface="Aptos"/>
              </a:rPr>
              <a:t>Accesso poco favorevole al coalescing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04D4961-78C5-43DD-82D8-30F3247C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5105400"/>
            <a:ext cx="4600575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3335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9753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97535"/>
                </a:solidFill>
                <a:latin typeface="Aptos"/>
                <a:ea typeface="Aptos"/>
                <a:cs typeface="Aptos"/>
              </a:rPr>
              <a:t>Accesso contiguo e coalescente</a:t>
            </a:r>
          </a:p>
        </p:txBody>
      </p:sp>
      <p:sp>
        <p:nvSpPr>
          <p:cNvPr id="113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E30F7167-E437-4058-847B-E84893A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819775"/>
            <a:ext cx="1133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Stessa matematica, layout diverso: con c fissato, X column-major rende contigui gli accessi delle lane</a:t>
            </a:r>
          </a:p>
        </p:txBody>
      </p:sp>
    </p:spTree>
    <p:extLst>
      <p:ext uri="{BB962C8B-B14F-4D97-AF65-F5344CB8AC3E}">
        <p14:creationId xmlns:p14="http://schemas.microsoft.com/office/powerpoint/2010/main" val="972290479"/>
      </p:ext>
    </p:extLst>
  </p:cSld>
</p:sld>
</file>

<file path=ppt/theme/theme1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2026-09-15T23:52:34.9960000Z</dcterms:created>
  <dcterms:modified xsi:type="dcterms:W3CDTF">2026-09-15T23:52:34.9960000Z</dcterms:modified>
</coreProperties>
</file>