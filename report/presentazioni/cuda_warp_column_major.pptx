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62e8a7e1a745e1" /><Relationship Type="http://schemas.openxmlformats.org/officeDocument/2006/relationships/extended-properties" Target="/docProps/app.xml" Id="R9f69e036368d49cb" /><Relationship Type="http://schemas.openxmlformats.org/officeDocument/2006/relationships/officeDocument" Target="/ppt/presentation.xml" Id="R682c77186b5642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d880213ae84ff4"/>
  </p:sldMasterIdLst>
  <p:notesMasterIdLst>
    <p:notesMasterId xmlns:r="http://schemas.openxmlformats.org/officeDocument/2006/relationships" r:id="Rd0262813f9e04ba6"/>
  </p:notesMasterIdLst>
  <p:sldIdLst>
    <p:sldId xmlns:r="http://schemas.openxmlformats.org/officeDocument/2006/relationships" id="256" r:id="Rb23151d1f24048bd"/>
    <p:sldId xmlns:r="http://schemas.openxmlformats.org/officeDocument/2006/relationships" id="257" r:id="R94c7d30b9f9f40c2"/>
    <p:sldId xmlns:r="http://schemas.openxmlformats.org/officeDocument/2006/relationships" id="258" r:id="Rf65100636d594d27"/>
    <p:sldId xmlns:r="http://schemas.openxmlformats.org/officeDocument/2006/relationships" id="259" r:id="Rddd3f7f0c9f34ffb"/>
    <p:sldId xmlns:r="http://schemas.openxmlformats.org/officeDocument/2006/relationships" id="260" r:id="R276b4e99bb284f1b"/>
    <p:sldId xmlns:r="http://schemas.openxmlformats.org/officeDocument/2006/relationships" id="261" r:id="R377dd25138ef4107"/>
    <p:sldId xmlns:r="http://schemas.openxmlformats.org/officeDocument/2006/relationships" id="262" r:id="Re4c7e12f101140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048c3b1b03442c" /><Relationship Type="http://schemas.openxmlformats.org/officeDocument/2006/relationships/slideMaster" Target="/ppt/slideMasters/slideMaster1.xml" Id="R99d880213ae84ff4" /><Relationship Type="http://schemas.openxmlformats.org/officeDocument/2006/relationships/notesMaster" Target="/ppt/notesMasters/notesMaster1.xml" Id="Rd0262813f9e04ba6" /><Relationship Type="http://schemas.openxmlformats.org/officeDocument/2006/relationships/presProps" Target="/ppt/presProps.xml" Id="Rf3d1a59e84c842ee" /><Relationship Type="http://schemas.openxmlformats.org/officeDocument/2006/relationships/tableStyles" Target="/ppt/tableStyles.xml" Id="Rd8cd4c106a314b12" /><Relationship Type="http://schemas.openxmlformats.org/officeDocument/2006/relationships/slide" Target="/ppt/slides/slide1.xml" Id="Rb23151d1f24048bd" /><Relationship Type="http://schemas.openxmlformats.org/officeDocument/2006/relationships/slide" Target="/ppt/slides/slide2.xml" Id="R94c7d30b9f9f40c2" /><Relationship Type="http://schemas.openxmlformats.org/officeDocument/2006/relationships/slide" Target="/ppt/slides/slide3.xml" Id="Rf65100636d594d27" /><Relationship Type="http://schemas.openxmlformats.org/officeDocument/2006/relationships/slide" Target="/ppt/slides/slide4.xml" Id="Rddd3f7f0c9f34ffb" /><Relationship Type="http://schemas.openxmlformats.org/officeDocument/2006/relationships/slide" Target="/ppt/slides/slide5.xml" Id="R276b4e99bb284f1b" /><Relationship Type="http://schemas.openxmlformats.org/officeDocument/2006/relationships/slide" Target="/ppt/slides/slide6.xml" Id="R377dd25138ef4107" /><Relationship Type="http://schemas.openxmlformats.org/officeDocument/2006/relationships/slide" Target="/ppt/slides/slide7.xml" Id="Re4c7e12f101140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564e54637941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994bc3c68e4f0f" /><Relationship Type="http://schemas.openxmlformats.org/officeDocument/2006/relationships/notesMaster" Target="/ppt/notesMasters/notesMaster1.xml" Id="R7a5f9d6b96cf40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e0be6c56484fe8" /><Relationship Type="http://schemas.openxmlformats.org/officeDocument/2006/relationships/notesMaster" Target="/ppt/notesMasters/notesMaster1.xml" Id="R698c8746ca024f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c046d6b88c4d66" /><Relationship Type="http://schemas.openxmlformats.org/officeDocument/2006/relationships/notesMaster" Target="/ppt/notesMasters/notesMaster1.xml" Id="R89310458222147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39a34df01b434c" /><Relationship Type="http://schemas.openxmlformats.org/officeDocument/2006/relationships/notesMaster" Target="/ppt/notesMasters/notesMaster1.xml" Id="R16a7dd7cadab4c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3e5dd9b895461d" /><Relationship Type="http://schemas.openxmlformats.org/officeDocument/2006/relationships/notesMaster" Target="/ppt/notesMasters/notesMaster1.xml" Id="R436084b6093845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f1d80183c04ea1" /><Relationship Type="http://schemas.openxmlformats.org/officeDocument/2006/relationships/notesMaster" Target="/ppt/notesMasters/notesMaster1.xml" Id="Raae900d0ec3d46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44055abdc7410a" /><Relationship Type="http://schemas.openxmlformats.org/officeDocument/2006/relationships/notesMaster" Target="/ppt/notesMasters/notesMaster1.xml" Id="Red7eba9988cd47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Schema basato su src/kernel/cuda_warp.cu: warp_id identifica la riga i di Y; con BLOCK_THREADS=256 ogni blocco contiene 8 warp.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Vista logica della moltiplicazione Y=A X. Il layout fisico column-major di X viene isolato nella slide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Nel kernel ogni lane visita j=lane,lane+32,...; il colore associa l’elemento A[i,j] alla riga logica X[j,:] usata dalla stessa lane.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Ordine del kernel fixed: for (j=lane; j&lt;n_loc; j+=32) { a=A[i,j]; for (c=0;c&lt;K;c++) acc[c]+=a*X[j,c]; }.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Ogni lane alloca scalar_t acc[K] nelle istanze template e aggiorna tutti gli accumulatori riusando il valore a=A[i,j]. Il fallback runtime usa tile di 4 colonne.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Riduzione warp-wide con maschera 0xffffffff e offset 16,8,4,2,1. La lane 0 contiene la somma completa e scrive Y[i,c].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X row-major la lane l legge X[j][c] e lane consecutive distano ldx scalari. Con X column-major l’indice è c*n_loc+j; a c fissato le lane leggono j consecutivi e l’accesso del warp è coalescente.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c5858fe3664e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1780144ccd4f6b" /><Relationship Type="http://schemas.openxmlformats.org/officeDocument/2006/relationships/slideLayout" Target="/ppt/slideLayouts/slideLayout1.xml" Id="R7f8528eb5c3c45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8528eb5c3c45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0a8169afc44ce0" /><Relationship Type="http://schemas.openxmlformats.org/officeDocument/2006/relationships/notesSlide" Target="/ppt/notesSlides/notesSlide1.xml" Id="R6511b8df9e4c49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e2892775440a1" /><Relationship Type="http://schemas.openxmlformats.org/officeDocument/2006/relationships/notesSlide" Target="/ppt/notesSlides/notesSlide2.xml" Id="Raf4485cb767840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d933e98c549ed" /><Relationship Type="http://schemas.openxmlformats.org/officeDocument/2006/relationships/notesSlide" Target="/ppt/notesSlides/notesSlide3.xml" Id="R8ed2cdf8050e43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dc967f55346df" /><Relationship Type="http://schemas.openxmlformats.org/officeDocument/2006/relationships/notesSlide" Target="/ppt/notesSlides/notesSlide4.xml" Id="R8295457059d94e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ed91b8fbf4312" /><Relationship Type="http://schemas.openxmlformats.org/officeDocument/2006/relationships/notesSlide" Target="/ppt/notesSlides/notesSlide5.xml" Id="Rc7e8b756c1a843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d07ecf75f4db8" /><Relationship Type="http://schemas.openxmlformats.org/officeDocument/2006/relationships/notesSlide" Target="/ppt/notesSlides/notesSlide6.xml" Id="Rf84c618b5d0240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a3bc6579a42f0" /><Relationship Type="http://schemas.openxmlformats.org/officeDocument/2006/relationships/notesSlide" Target="/ppt/notesSlides/notesSlide7.xml" Id="R401d1613a5ab47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Titolo">
            <a:extLst xmlns:a="http://schemas.openxmlformats.org/drawingml/2006/main">
              <a:ext uri="{FF2B5EF4-FFF2-40B4-BE49-F238E27FC236}">
                <a16:creationId xmlns:a16="http://schemas.microsoft.com/office/drawing/2014/main" id="{FEC84D76-2532-4FA0-B688-02A184C1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266700"/>
            <a:ext cx="11087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Assegnazione delle righe di Y</a:t>
            </a:r>
          </a:p>
        </p:txBody>
      </p:sp>
      <p:sp>
        <p:nvSpPr>
          <p:cNvPr id="2" name="Sottotitolo">
            <a:extLst xmlns:a="http://schemas.openxmlformats.org/drawingml/2006/main">
              <a:ext uri="{FF2B5EF4-FFF2-40B4-BE49-F238E27FC236}">
                <a16:creationId xmlns:a16="http://schemas.microsoft.com/office/drawing/2014/main" id="{399A40A6-4E6F-46DD-BB46-5F670879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790575"/>
            <a:ext cx="1100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Ogni warp produce una riga completa del risultato Y = A X</a:t>
            </a:r>
          </a:p>
        </p:txBody>
      </p:sp>
      <p:sp>
        <p:nvSpPr>
          <p:cNvPr id="3" name="Linea titolo">
            <a:extLst xmlns:a="http://schemas.openxmlformats.org/drawingml/2006/main">
              <a:ext uri="{FF2B5EF4-FFF2-40B4-BE49-F238E27FC236}">
                <a16:creationId xmlns:a16="http://schemas.microsoft.com/office/drawing/2014/main" id="{A2C14EC8-2156-4584-BD9A-E4392720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8B8"/>
          </a:solidFill>
          <a:ln xmlns:a="http://schemas.openxmlformats.org/drawingml/2006/main" w="11430">
            <a:solidFill>
              <a:srgbClr val="2B78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7EDDC-9322-4E91-B283-C88F929D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12573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Y  ∈  ℝᵐˡᵒᶜ × 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30C552-8600-47A1-8326-3E1F3A05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156210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7084"/>
                </a:solidFill>
                <a:latin typeface="Arial"/>
                <a:ea typeface="Arial"/>
                <a:cs typeface="Arial"/>
              </a:rPr>
              <a:t>c =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0073F-5707-46AC-8C88-CCD49685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8125" y="156210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7084"/>
                </a:solidFill>
                <a:latin typeface="Arial"/>
                <a:ea typeface="Arial"/>
                <a:cs typeface="Arial"/>
              </a:rPr>
              <a:t>c =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12EE4-7122-40DF-8426-20B80D22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156210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7084"/>
                </a:solidFill>
                <a:latin typeface="Arial"/>
                <a:ea typeface="Arial"/>
                <a:cs typeface="Arial"/>
              </a:rPr>
              <a:t>c =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D4D86-43AB-40EF-9B5B-46CE68F5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75" y="156210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7084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E768B8-5F8E-444B-B1C7-93F97889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156210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7084"/>
                </a:solidFill>
                <a:latin typeface="Arial"/>
                <a:ea typeface="Arial"/>
                <a:cs typeface="Arial"/>
              </a:rPr>
              <a:t>c = k−2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245898-E9B7-4EFA-80B8-17C5EDE2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7625" y="156210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7084"/>
                </a:solidFill>
                <a:latin typeface="Arial"/>
                <a:ea typeface="Arial"/>
                <a:cs typeface="Arial"/>
              </a:rPr>
              <a:t>c = k−1</a:t>
            </a:r>
          </a:p>
        </p:txBody>
      </p:sp>
      <p:sp>
        <p:nvSpPr>
          <p:cNvPr id="11" name="Y riga 0 colonna 0">
            <a:extLst xmlns:a="http://schemas.openxmlformats.org/drawingml/2006/main">
              <a:ext uri="{FF2B5EF4-FFF2-40B4-BE49-F238E27FC236}">
                <a16:creationId xmlns:a16="http://schemas.microsoft.com/office/drawing/2014/main" id="{178A3BC8-C6C4-473C-A2B5-92DC1F36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57375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6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Y[0,0]</a:t>
            </a:r>
          </a:p>
        </p:txBody>
      </p:sp>
      <p:sp>
        <p:nvSpPr>
          <p:cNvPr id="12" name="Y riga 0 colonna 1">
            <a:extLst xmlns:a="http://schemas.openxmlformats.org/drawingml/2006/main">
              <a:ext uri="{FF2B5EF4-FFF2-40B4-BE49-F238E27FC236}">
                <a16:creationId xmlns:a16="http://schemas.microsoft.com/office/drawing/2014/main" id="{179100C8-D225-4448-83E4-C48CD83E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857375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6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Y riga 0 colonna 2">
            <a:extLst xmlns:a="http://schemas.openxmlformats.org/drawingml/2006/main">
              <a:ext uri="{FF2B5EF4-FFF2-40B4-BE49-F238E27FC236}">
                <a16:creationId xmlns:a16="http://schemas.microsoft.com/office/drawing/2014/main" id="{E990F9F7-5D51-4F09-AFC7-1100DF34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57375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6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Y riga 0 colonna 3">
            <a:extLst xmlns:a="http://schemas.openxmlformats.org/drawingml/2006/main">
              <a:ext uri="{FF2B5EF4-FFF2-40B4-BE49-F238E27FC236}">
                <a16:creationId xmlns:a16="http://schemas.microsoft.com/office/drawing/2014/main" id="{F31AA637-81C1-4016-8ECA-51F89EE1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857375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6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5" name="Y riga 0 colonna 4">
            <a:extLst xmlns:a="http://schemas.openxmlformats.org/drawingml/2006/main">
              <a:ext uri="{FF2B5EF4-FFF2-40B4-BE49-F238E27FC236}">
                <a16:creationId xmlns:a16="http://schemas.microsoft.com/office/drawing/2014/main" id="{24ACC171-E553-4518-B92F-9DC3AF84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57375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6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Y riga 0 colonna 5">
            <a:extLst xmlns:a="http://schemas.openxmlformats.org/drawingml/2006/main">
              <a:ext uri="{FF2B5EF4-FFF2-40B4-BE49-F238E27FC236}">
                <a16:creationId xmlns:a16="http://schemas.microsoft.com/office/drawing/2014/main" id="{8A357DC9-0278-4F37-83E0-A72A3AEB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57375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6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Warp 0">
            <a:extLst xmlns:a="http://schemas.openxmlformats.org/drawingml/2006/main">
              <a:ext uri="{FF2B5EF4-FFF2-40B4-BE49-F238E27FC236}">
                <a16:creationId xmlns:a16="http://schemas.microsoft.com/office/drawing/2014/main" id="{3E2B0C98-7D7A-4E8E-92EA-62A8BED0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11239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2B78B8"/>
          </a:solidFill>
          <a:ln xmlns:a="http://schemas.openxmlformats.org/drawingml/2006/main" w="11430">
            <a:solidFill>
              <a:srgbClr val="2B78B8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warp 0</a:t>
            </a:r>
          </a:p>
        </p:txBody>
      </p:sp>
      <p:sp>
        <p:nvSpPr>
          <p:cNvPr id="18" name="Assegnazione warp 0">
            <a:extLst xmlns:a="http://schemas.openxmlformats.org/drawingml/2006/main">
              <a:ext uri="{FF2B5EF4-FFF2-40B4-BE49-F238E27FC236}">
                <a16:creationId xmlns:a16="http://schemas.microsoft.com/office/drawing/2014/main" id="{25961060-2E9E-441D-B2FC-3C00B479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990725"/>
            <a:ext cx="781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5ACD1"/>
          </a:solidFill>
          <a:ln xmlns:a="http://schemas.openxmlformats.org/drawingml/2006/main" w="4763">
            <a:solidFill>
              <a:srgbClr val="75ACD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642526-6E8E-4D89-BA1C-B29C5804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1914525"/>
            <a:ext cx="647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i = 0</a:t>
            </a:r>
          </a:p>
        </p:txBody>
      </p:sp>
      <p:sp>
        <p:nvSpPr>
          <p:cNvPr id="20" name="Y riga 1 colonna 0">
            <a:extLst xmlns:a="http://schemas.openxmlformats.org/drawingml/2006/main">
              <a:ext uri="{FF2B5EF4-FFF2-40B4-BE49-F238E27FC236}">
                <a16:creationId xmlns:a16="http://schemas.microsoft.com/office/drawing/2014/main" id="{3ECCDFFB-ADEE-4FEC-BF58-B7ED0C2D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24100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8F5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Y[1,0]</a:t>
            </a:r>
          </a:p>
        </p:txBody>
      </p:sp>
      <p:sp>
        <p:nvSpPr>
          <p:cNvPr id="21" name="Y riga 1 colonna 1">
            <a:extLst xmlns:a="http://schemas.openxmlformats.org/drawingml/2006/main">
              <a:ext uri="{FF2B5EF4-FFF2-40B4-BE49-F238E27FC236}">
                <a16:creationId xmlns:a16="http://schemas.microsoft.com/office/drawing/2014/main" id="{D69593D5-FB7D-4D59-AA54-F11B4CEF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324100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8F5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Y riga 1 colonna 2">
            <a:extLst xmlns:a="http://schemas.openxmlformats.org/drawingml/2006/main">
              <a:ext uri="{FF2B5EF4-FFF2-40B4-BE49-F238E27FC236}">
                <a16:creationId xmlns:a16="http://schemas.microsoft.com/office/drawing/2014/main" id="{0C4B2900-E472-4556-BF37-C1F8E402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24100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8F5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Y riga 1 colonna 3">
            <a:extLst xmlns:a="http://schemas.openxmlformats.org/drawingml/2006/main">
              <a:ext uri="{FF2B5EF4-FFF2-40B4-BE49-F238E27FC236}">
                <a16:creationId xmlns:a16="http://schemas.microsoft.com/office/drawing/2014/main" id="{E472BF42-3F7B-43FE-8904-937EBCBD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24100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8F5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24" name="Y riga 1 colonna 4">
            <a:extLst xmlns:a="http://schemas.openxmlformats.org/drawingml/2006/main">
              <a:ext uri="{FF2B5EF4-FFF2-40B4-BE49-F238E27FC236}">
                <a16:creationId xmlns:a16="http://schemas.microsoft.com/office/drawing/2014/main" id="{F7870AED-36A1-41B9-A59B-7E889E87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24100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8F5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Y riga 1 colonna 5">
            <a:extLst xmlns:a="http://schemas.openxmlformats.org/drawingml/2006/main">
              <a:ext uri="{FF2B5EF4-FFF2-40B4-BE49-F238E27FC236}">
                <a16:creationId xmlns:a16="http://schemas.microsoft.com/office/drawing/2014/main" id="{6BDBAD3A-9D26-4FEF-821C-380AFAC0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24100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8F5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Warp 1">
            <a:extLst xmlns:a="http://schemas.openxmlformats.org/drawingml/2006/main">
              <a:ext uri="{FF2B5EF4-FFF2-40B4-BE49-F238E27FC236}">
                <a16:creationId xmlns:a16="http://schemas.microsoft.com/office/drawing/2014/main" id="{391DD76E-2835-41B7-8425-16456618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11239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2B78B8"/>
          </a:solidFill>
          <a:ln xmlns:a="http://schemas.openxmlformats.org/drawingml/2006/main" w="11430">
            <a:solidFill>
              <a:srgbClr val="2B78B8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warp 1</a:t>
            </a:r>
          </a:p>
        </p:txBody>
      </p:sp>
      <p:sp>
        <p:nvSpPr>
          <p:cNvPr id="27" name="Assegnazione warp 1">
            <a:extLst xmlns:a="http://schemas.openxmlformats.org/drawingml/2006/main">
              <a:ext uri="{FF2B5EF4-FFF2-40B4-BE49-F238E27FC236}">
                <a16:creationId xmlns:a16="http://schemas.microsoft.com/office/drawing/2014/main" id="{7CE8B136-F747-4DB9-A37B-7C83226D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457450"/>
            <a:ext cx="781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5ACD1"/>
          </a:solidFill>
          <a:ln xmlns:a="http://schemas.openxmlformats.org/drawingml/2006/main" w="4763">
            <a:solidFill>
              <a:srgbClr val="75ACD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074005-9ADB-4C96-9584-3B1E484E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2381250"/>
            <a:ext cx="647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i = 1</a:t>
            </a:r>
          </a:p>
        </p:txBody>
      </p:sp>
      <p:sp>
        <p:nvSpPr>
          <p:cNvPr id="29" name="Y riga 2 colonna 0">
            <a:extLst xmlns:a="http://schemas.openxmlformats.org/drawingml/2006/main">
              <a:ext uri="{FF2B5EF4-FFF2-40B4-BE49-F238E27FC236}">
                <a16:creationId xmlns:a16="http://schemas.microsoft.com/office/drawing/2014/main" id="{DD7B85DC-DEE5-4BB8-9F1E-AF7AC8F9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90825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3F2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Y[2,0]</a:t>
            </a:r>
          </a:p>
        </p:txBody>
      </p:sp>
      <p:sp>
        <p:nvSpPr>
          <p:cNvPr id="30" name="Y riga 2 colonna 1">
            <a:extLst xmlns:a="http://schemas.openxmlformats.org/drawingml/2006/main">
              <a:ext uri="{FF2B5EF4-FFF2-40B4-BE49-F238E27FC236}">
                <a16:creationId xmlns:a16="http://schemas.microsoft.com/office/drawing/2014/main" id="{870883C2-B224-4E13-A4AC-138A633D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790825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3F2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Y riga 2 colonna 2">
            <a:extLst xmlns:a="http://schemas.openxmlformats.org/drawingml/2006/main">
              <a:ext uri="{FF2B5EF4-FFF2-40B4-BE49-F238E27FC236}">
                <a16:creationId xmlns:a16="http://schemas.microsoft.com/office/drawing/2014/main" id="{17A6D0C7-5C5E-4527-B54D-DE46145E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90825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3F2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Y riga 2 colonna 3">
            <a:extLst xmlns:a="http://schemas.openxmlformats.org/drawingml/2006/main">
              <a:ext uri="{FF2B5EF4-FFF2-40B4-BE49-F238E27FC236}">
                <a16:creationId xmlns:a16="http://schemas.microsoft.com/office/drawing/2014/main" id="{203DF2F4-1758-4186-BDD9-1487CD7F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790825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3F2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33" name="Y riga 2 colonna 4">
            <a:extLst xmlns:a="http://schemas.openxmlformats.org/drawingml/2006/main">
              <a:ext uri="{FF2B5EF4-FFF2-40B4-BE49-F238E27FC236}">
                <a16:creationId xmlns:a16="http://schemas.microsoft.com/office/drawing/2014/main" id="{108FA55C-88DF-406E-A694-938DAE4C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90825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3F2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Y riga 2 colonna 5">
            <a:extLst xmlns:a="http://schemas.openxmlformats.org/drawingml/2006/main">
              <a:ext uri="{FF2B5EF4-FFF2-40B4-BE49-F238E27FC236}">
                <a16:creationId xmlns:a16="http://schemas.microsoft.com/office/drawing/2014/main" id="{B320650B-060D-499D-8E45-C91E9BAA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90825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3F2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Warp 2">
            <a:extLst xmlns:a="http://schemas.openxmlformats.org/drawingml/2006/main">
              <a:ext uri="{FF2B5EF4-FFF2-40B4-BE49-F238E27FC236}">
                <a16:creationId xmlns:a16="http://schemas.microsoft.com/office/drawing/2014/main" id="{2A8DCEC6-B1BE-40A6-9D2D-CEB0E580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11239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2B78B8"/>
          </a:solidFill>
          <a:ln xmlns:a="http://schemas.openxmlformats.org/drawingml/2006/main" w="11430">
            <a:solidFill>
              <a:srgbClr val="2B78B8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warp 2</a:t>
            </a:r>
          </a:p>
        </p:txBody>
      </p:sp>
      <p:sp>
        <p:nvSpPr>
          <p:cNvPr id="36" name="Assegnazione warp 2">
            <a:extLst xmlns:a="http://schemas.openxmlformats.org/drawingml/2006/main">
              <a:ext uri="{FF2B5EF4-FFF2-40B4-BE49-F238E27FC236}">
                <a16:creationId xmlns:a16="http://schemas.microsoft.com/office/drawing/2014/main" id="{FB9E2F10-FD23-4380-BB7E-79BC3E74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24175"/>
            <a:ext cx="781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5ACD1"/>
          </a:solidFill>
          <a:ln xmlns:a="http://schemas.openxmlformats.org/drawingml/2006/main" w="4763">
            <a:solidFill>
              <a:srgbClr val="75ACD1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579C02-FC64-4562-8E42-5297B405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2847975"/>
            <a:ext cx="647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i = 2</a:t>
            </a:r>
          </a:p>
        </p:txBody>
      </p:sp>
      <p:sp>
        <p:nvSpPr>
          <p:cNvPr id="38" name="Y riga 3 colonna 0">
            <a:extLst xmlns:a="http://schemas.openxmlformats.org/drawingml/2006/main">
              <a:ext uri="{FF2B5EF4-FFF2-40B4-BE49-F238E27FC236}">
                <a16:creationId xmlns:a16="http://schemas.microsoft.com/office/drawing/2014/main" id="{95FFC4D4-9622-4281-AF71-E6702EA8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FF0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Y[3,0]</a:t>
            </a:r>
          </a:p>
        </p:txBody>
      </p:sp>
      <p:sp>
        <p:nvSpPr>
          <p:cNvPr id="39" name="Y riga 3 colonna 1">
            <a:extLst xmlns:a="http://schemas.openxmlformats.org/drawingml/2006/main">
              <a:ext uri="{FF2B5EF4-FFF2-40B4-BE49-F238E27FC236}">
                <a16:creationId xmlns:a16="http://schemas.microsoft.com/office/drawing/2014/main" id="{F4DCEF89-95D3-4150-9DD5-1CD90CB8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257550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FF0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Y riga 3 colonna 2">
            <a:extLst xmlns:a="http://schemas.openxmlformats.org/drawingml/2006/main">
              <a:ext uri="{FF2B5EF4-FFF2-40B4-BE49-F238E27FC236}">
                <a16:creationId xmlns:a16="http://schemas.microsoft.com/office/drawing/2014/main" id="{FDA45B51-5BB8-4EEE-9404-16247916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57550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FF0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1" name="Y riga 3 colonna 3">
            <a:extLst xmlns:a="http://schemas.openxmlformats.org/drawingml/2006/main">
              <a:ext uri="{FF2B5EF4-FFF2-40B4-BE49-F238E27FC236}">
                <a16:creationId xmlns:a16="http://schemas.microsoft.com/office/drawing/2014/main" id="{3FBD6C78-D795-4ED4-9AB3-A82DC11C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57550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FF0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42" name="Y riga 3 colonna 4">
            <a:extLst xmlns:a="http://schemas.openxmlformats.org/drawingml/2006/main">
              <a:ext uri="{FF2B5EF4-FFF2-40B4-BE49-F238E27FC236}">
                <a16:creationId xmlns:a16="http://schemas.microsoft.com/office/drawing/2014/main" id="{043D100F-D41D-4C4E-81CB-1605FCC1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57550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FF0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3" name="Y riga 3 colonna 5">
            <a:extLst xmlns:a="http://schemas.openxmlformats.org/drawingml/2006/main">
              <a:ext uri="{FF2B5EF4-FFF2-40B4-BE49-F238E27FC236}">
                <a16:creationId xmlns:a16="http://schemas.microsoft.com/office/drawing/2014/main" id="{04FA6F9D-D8F4-4389-975E-7EB58395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257550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FF0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4" name="Warp 3">
            <a:extLst xmlns:a="http://schemas.openxmlformats.org/drawingml/2006/main">
              <a:ext uri="{FF2B5EF4-FFF2-40B4-BE49-F238E27FC236}">
                <a16:creationId xmlns:a16="http://schemas.microsoft.com/office/drawing/2014/main" id="{FA5BA4AF-D4AD-4A74-8F8B-75E35FBA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05175"/>
            <a:ext cx="11239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2B78B8"/>
          </a:solidFill>
          <a:ln xmlns:a="http://schemas.openxmlformats.org/drawingml/2006/main" w="11430">
            <a:solidFill>
              <a:srgbClr val="2B78B8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warp 3</a:t>
            </a:r>
          </a:p>
        </p:txBody>
      </p:sp>
      <p:sp>
        <p:nvSpPr>
          <p:cNvPr id="45" name="Assegnazione warp 3">
            <a:extLst xmlns:a="http://schemas.openxmlformats.org/drawingml/2006/main">
              <a:ext uri="{FF2B5EF4-FFF2-40B4-BE49-F238E27FC236}">
                <a16:creationId xmlns:a16="http://schemas.microsoft.com/office/drawing/2014/main" id="{C2C79BE2-F6B6-4CD6-B01D-A09C56EF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390900"/>
            <a:ext cx="781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5ACD1"/>
          </a:solidFill>
          <a:ln xmlns:a="http://schemas.openxmlformats.org/drawingml/2006/main" w="4763">
            <a:solidFill>
              <a:srgbClr val="75ACD1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A3D457-A405-45BE-BD3E-3E463C0E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3314700"/>
            <a:ext cx="647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i = 3</a:t>
            </a:r>
          </a:p>
        </p:txBody>
      </p:sp>
      <p:sp>
        <p:nvSpPr>
          <p:cNvPr id="47" name="Y riga 4 colonna 0">
            <a:extLst xmlns:a="http://schemas.openxmlformats.org/drawingml/2006/main">
              <a:ext uri="{FF2B5EF4-FFF2-40B4-BE49-F238E27FC236}">
                <a16:creationId xmlns:a16="http://schemas.microsoft.com/office/drawing/2014/main" id="{0B082FF8-725D-4533-90AE-9B0CD354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24275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BEC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Y[4,0]</a:t>
            </a:r>
          </a:p>
        </p:txBody>
      </p:sp>
      <p:sp>
        <p:nvSpPr>
          <p:cNvPr id="48" name="Y riga 4 colonna 1">
            <a:extLst xmlns:a="http://schemas.openxmlformats.org/drawingml/2006/main">
              <a:ext uri="{FF2B5EF4-FFF2-40B4-BE49-F238E27FC236}">
                <a16:creationId xmlns:a16="http://schemas.microsoft.com/office/drawing/2014/main" id="{234189D6-85C7-4340-B139-415FBC42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724275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BEC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9" name="Y riga 4 colonna 2">
            <a:extLst xmlns:a="http://schemas.openxmlformats.org/drawingml/2006/main">
              <a:ext uri="{FF2B5EF4-FFF2-40B4-BE49-F238E27FC236}">
                <a16:creationId xmlns:a16="http://schemas.microsoft.com/office/drawing/2014/main" id="{FA7EB14B-7BA9-4B4F-8106-2BB7DFFC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24275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BEC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0" name="Y riga 4 colonna 3">
            <a:extLst xmlns:a="http://schemas.openxmlformats.org/drawingml/2006/main">
              <a:ext uri="{FF2B5EF4-FFF2-40B4-BE49-F238E27FC236}">
                <a16:creationId xmlns:a16="http://schemas.microsoft.com/office/drawing/2014/main" id="{D2A46E82-0EED-4CD6-8998-A53094A7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724275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BEC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51" name="Y riga 4 colonna 4">
            <a:extLst xmlns:a="http://schemas.openxmlformats.org/drawingml/2006/main">
              <a:ext uri="{FF2B5EF4-FFF2-40B4-BE49-F238E27FC236}">
                <a16:creationId xmlns:a16="http://schemas.microsoft.com/office/drawing/2014/main" id="{47C8A8AB-AB69-4D49-8554-BD458D76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24275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BEC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2" name="Y riga 4 colonna 5">
            <a:extLst xmlns:a="http://schemas.openxmlformats.org/drawingml/2006/main">
              <a:ext uri="{FF2B5EF4-FFF2-40B4-BE49-F238E27FC236}">
                <a16:creationId xmlns:a16="http://schemas.microsoft.com/office/drawing/2014/main" id="{D0F42814-C54F-4B3D-A7AE-FE18DAF8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24275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BEC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Warp 4">
            <a:extLst xmlns:a="http://schemas.openxmlformats.org/drawingml/2006/main">
              <a:ext uri="{FF2B5EF4-FFF2-40B4-BE49-F238E27FC236}">
                <a16:creationId xmlns:a16="http://schemas.microsoft.com/office/drawing/2014/main" id="{95882456-BADE-4CFB-89C0-8A961DE1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11239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2B78B8"/>
          </a:solidFill>
          <a:ln xmlns:a="http://schemas.openxmlformats.org/drawingml/2006/main" w="11430">
            <a:solidFill>
              <a:srgbClr val="2B78B8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warp 4</a:t>
            </a:r>
          </a:p>
        </p:txBody>
      </p:sp>
      <p:sp>
        <p:nvSpPr>
          <p:cNvPr id="54" name="Assegnazione warp 4">
            <a:extLst xmlns:a="http://schemas.openxmlformats.org/drawingml/2006/main">
              <a:ext uri="{FF2B5EF4-FFF2-40B4-BE49-F238E27FC236}">
                <a16:creationId xmlns:a16="http://schemas.microsoft.com/office/drawing/2014/main" id="{E1477ED1-0A9F-419A-BA19-1E5087F3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57625"/>
            <a:ext cx="781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5ACD1"/>
          </a:solidFill>
          <a:ln xmlns:a="http://schemas.openxmlformats.org/drawingml/2006/main" w="4763">
            <a:solidFill>
              <a:srgbClr val="75ACD1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43FCEB5-81F4-4895-80BD-C509A0B0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3781425"/>
            <a:ext cx="647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i = 4</a:t>
            </a:r>
          </a:p>
        </p:txBody>
      </p:sp>
      <p:sp>
        <p:nvSpPr>
          <p:cNvPr id="56" name="Y riga 5 colonna 0">
            <a:extLst xmlns:a="http://schemas.openxmlformats.org/drawingml/2006/main">
              <a:ext uri="{FF2B5EF4-FFF2-40B4-BE49-F238E27FC236}">
                <a16:creationId xmlns:a16="http://schemas.microsoft.com/office/drawing/2014/main" id="{2D68FB20-7A75-420C-8A3E-8FAFDF2A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91000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6E9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Y[5,0]</a:t>
            </a:r>
          </a:p>
        </p:txBody>
      </p:sp>
      <p:sp>
        <p:nvSpPr>
          <p:cNvPr id="57" name="Y riga 5 colonna 1">
            <a:extLst xmlns:a="http://schemas.openxmlformats.org/drawingml/2006/main">
              <a:ext uri="{FF2B5EF4-FFF2-40B4-BE49-F238E27FC236}">
                <a16:creationId xmlns:a16="http://schemas.microsoft.com/office/drawing/2014/main" id="{609E2F9B-6F4E-4D9D-A7E6-1F8A1BB5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191000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6E9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8" name="Y riga 5 colonna 2">
            <a:extLst xmlns:a="http://schemas.openxmlformats.org/drawingml/2006/main">
              <a:ext uri="{FF2B5EF4-FFF2-40B4-BE49-F238E27FC236}">
                <a16:creationId xmlns:a16="http://schemas.microsoft.com/office/drawing/2014/main" id="{17C8B1D9-73DC-4C5C-97DE-BAC8016F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91000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6E9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9" name="Y riga 5 colonna 3">
            <a:extLst xmlns:a="http://schemas.openxmlformats.org/drawingml/2006/main">
              <a:ext uri="{FF2B5EF4-FFF2-40B4-BE49-F238E27FC236}">
                <a16:creationId xmlns:a16="http://schemas.microsoft.com/office/drawing/2014/main" id="{681221EF-7E89-4261-B3FF-8CD26AAA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191000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6E9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60" name="Y riga 5 colonna 4">
            <a:extLst xmlns:a="http://schemas.openxmlformats.org/drawingml/2006/main">
              <a:ext uri="{FF2B5EF4-FFF2-40B4-BE49-F238E27FC236}">
                <a16:creationId xmlns:a16="http://schemas.microsoft.com/office/drawing/2014/main" id="{35A8001D-8B24-48E0-A6B8-90257D07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91000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6E9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1" name="Y riga 5 colonna 5">
            <a:extLst xmlns:a="http://schemas.openxmlformats.org/drawingml/2006/main">
              <a:ext uri="{FF2B5EF4-FFF2-40B4-BE49-F238E27FC236}">
                <a16:creationId xmlns:a16="http://schemas.microsoft.com/office/drawing/2014/main" id="{E128FD99-C968-4649-877D-3F5226DF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191000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6E9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Warp 5">
            <a:extLst xmlns:a="http://schemas.openxmlformats.org/drawingml/2006/main">
              <a:ext uri="{FF2B5EF4-FFF2-40B4-BE49-F238E27FC236}">
                <a16:creationId xmlns:a16="http://schemas.microsoft.com/office/drawing/2014/main" id="{7BD37E26-F2EC-4291-9E55-C67DCF9F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11239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2B78B8"/>
          </a:solidFill>
          <a:ln xmlns:a="http://schemas.openxmlformats.org/drawingml/2006/main" w="11430">
            <a:solidFill>
              <a:srgbClr val="2B78B8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warp 5</a:t>
            </a:r>
          </a:p>
        </p:txBody>
      </p:sp>
      <p:sp>
        <p:nvSpPr>
          <p:cNvPr id="63" name="Assegnazione warp 5">
            <a:extLst xmlns:a="http://schemas.openxmlformats.org/drawingml/2006/main">
              <a:ext uri="{FF2B5EF4-FFF2-40B4-BE49-F238E27FC236}">
                <a16:creationId xmlns:a16="http://schemas.microsoft.com/office/drawing/2014/main" id="{832E7FF1-8331-425C-8C08-24E9C3C0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24350"/>
            <a:ext cx="781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5ACD1"/>
          </a:solidFill>
          <a:ln xmlns:a="http://schemas.openxmlformats.org/drawingml/2006/main" w="4763">
            <a:solidFill>
              <a:srgbClr val="75ACD1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F933390-D738-41A5-9C09-E8D297B4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4248150"/>
            <a:ext cx="647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i = 5</a:t>
            </a:r>
          </a:p>
        </p:txBody>
      </p:sp>
      <p:sp>
        <p:nvSpPr>
          <p:cNvPr id="65" name="Y riga 6 colonna 0">
            <a:extLst xmlns:a="http://schemas.openxmlformats.org/drawingml/2006/main">
              <a:ext uri="{FF2B5EF4-FFF2-40B4-BE49-F238E27FC236}">
                <a16:creationId xmlns:a16="http://schemas.microsoft.com/office/drawing/2014/main" id="{525204EA-2217-4D0D-825D-BD241173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57725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D1E6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Y[6,0]</a:t>
            </a:r>
          </a:p>
        </p:txBody>
      </p:sp>
      <p:sp>
        <p:nvSpPr>
          <p:cNvPr id="66" name="Y riga 6 colonna 1">
            <a:extLst xmlns:a="http://schemas.openxmlformats.org/drawingml/2006/main">
              <a:ext uri="{FF2B5EF4-FFF2-40B4-BE49-F238E27FC236}">
                <a16:creationId xmlns:a16="http://schemas.microsoft.com/office/drawing/2014/main" id="{E7BA8C5D-2093-40EA-BBCF-BF1C72DE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657725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D1E6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Y riga 6 colonna 2">
            <a:extLst xmlns:a="http://schemas.openxmlformats.org/drawingml/2006/main">
              <a:ext uri="{FF2B5EF4-FFF2-40B4-BE49-F238E27FC236}">
                <a16:creationId xmlns:a16="http://schemas.microsoft.com/office/drawing/2014/main" id="{3B8691DC-D89B-486D-A0F1-B3F532A5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57725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D1E6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8" name="Y riga 6 colonna 3">
            <a:extLst xmlns:a="http://schemas.openxmlformats.org/drawingml/2006/main">
              <a:ext uri="{FF2B5EF4-FFF2-40B4-BE49-F238E27FC236}">
                <a16:creationId xmlns:a16="http://schemas.microsoft.com/office/drawing/2014/main" id="{9E28B528-9B41-44C4-B58B-F0848E3E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657725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D1E6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69" name="Y riga 6 colonna 4">
            <a:extLst xmlns:a="http://schemas.openxmlformats.org/drawingml/2006/main">
              <a:ext uri="{FF2B5EF4-FFF2-40B4-BE49-F238E27FC236}">
                <a16:creationId xmlns:a16="http://schemas.microsoft.com/office/drawing/2014/main" id="{41AB72A6-2BF8-4BCF-8DF1-8691EE68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57725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D1E6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0" name="Y riga 6 colonna 5">
            <a:extLst xmlns:a="http://schemas.openxmlformats.org/drawingml/2006/main">
              <a:ext uri="{FF2B5EF4-FFF2-40B4-BE49-F238E27FC236}">
                <a16:creationId xmlns:a16="http://schemas.microsoft.com/office/drawing/2014/main" id="{A2095F13-02CF-413E-A66C-6389E8BE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657725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D1E6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Warp 6">
            <a:extLst xmlns:a="http://schemas.openxmlformats.org/drawingml/2006/main">
              <a:ext uri="{FF2B5EF4-FFF2-40B4-BE49-F238E27FC236}">
                <a16:creationId xmlns:a16="http://schemas.microsoft.com/office/drawing/2014/main" id="{2F29632F-3271-4503-91FD-AE6E7512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11239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2B78B8"/>
          </a:solidFill>
          <a:ln xmlns:a="http://schemas.openxmlformats.org/drawingml/2006/main" w="11430">
            <a:solidFill>
              <a:srgbClr val="2B78B8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warp 6</a:t>
            </a:r>
          </a:p>
        </p:txBody>
      </p:sp>
      <p:sp>
        <p:nvSpPr>
          <p:cNvPr id="72" name="Assegnazione warp 6">
            <a:extLst xmlns:a="http://schemas.openxmlformats.org/drawingml/2006/main">
              <a:ext uri="{FF2B5EF4-FFF2-40B4-BE49-F238E27FC236}">
                <a16:creationId xmlns:a16="http://schemas.microsoft.com/office/drawing/2014/main" id="{F305C4BE-F5E3-4F35-8546-C2D59AB8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791075"/>
            <a:ext cx="781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5ACD1"/>
          </a:solidFill>
          <a:ln xmlns:a="http://schemas.openxmlformats.org/drawingml/2006/main" w="4763">
            <a:solidFill>
              <a:srgbClr val="75ACD1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CEE4E24-ED9D-4967-AA4A-1374A67F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4714875"/>
            <a:ext cx="647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i = 6</a:t>
            </a:r>
          </a:p>
        </p:txBody>
      </p:sp>
      <p:sp>
        <p:nvSpPr>
          <p:cNvPr id="74" name="Y riga 7 colonna 0">
            <a:extLst xmlns:a="http://schemas.openxmlformats.org/drawingml/2006/main">
              <a:ext uri="{FF2B5EF4-FFF2-40B4-BE49-F238E27FC236}">
                <a16:creationId xmlns:a16="http://schemas.microsoft.com/office/drawing/2014/main" id="{EC019961-6A46-406C-AE02-9B18A4C1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24450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CE3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Y[7,0]</a:t>
            </a:r>
          </a:p>
        </p:txBody>
      </p:sp>
      <p:sp>
        <p:nvSpPr>
          <p:cNvPr id="75" name="Y riga 7 colonna 1">
            <a:extLst xmlns:a="http://schemas.openxmlformats.org/drawingml/2006/main">
              <a:ext uri="{FF2B5EF4-FFF2-40B4-BE49-F238E27FC236}">
                <a16:creationId xmlns:a16="http://schemas.microsoft.com/office/drawing/2014/main" id="{79519045-92EC-421E-BADB-43E0242A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124450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CE3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6" name="Y riga 7 colonna 2">
            <a:extLst xmlns:a="http://schemas.openxmlformats.org/drawingml/2006/main">
              <a:ext uri="{FF2B5EF4-FFF2-40B4-BE49-F238E27FC236}">
                <a16:creationId xmlns:a16="http://schemas.microsoft.com/office/drawing/2014/main" id="{6BE445D6-BBFB-42E6-A931-3C90CF56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24450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CE3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7" name="Y riga 7 colonna 3">
            <a:extLst xmlns:a="http://schemas.openxmlformats.org/drawingml/2006/main">
              <a:ext uri="{FF2B5EF4-FFF2-40B4-BE49-F238E27FC236}">
                <a16:creationId xmlns:a16="http://schemas.microsoft.com/office/drawing/2014/main" id="{12CC79DF-3F60-4615-BD4E-F69FC6F3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124450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CE3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78" name="Y riga 7 colonna 4">
            <a:extLst xmlns:a="http://schemas.openxmlformats.org/drawingml/2006/main">
              <a:ext uri="{FF2B5EF4-FFF2-40B4-BE49-F238E27FC236}">
                <a16:creationId xmlns:a16="http://schemas.microsoft.com/office/drawing/2014/main" id="{9A9811CA-D47D-4C16-A78C-07E7351C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24450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CE3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9" name="Y riga 7 colonna 5">
            <a:extLst xmlns:a="http://schemas.openxmlformats.org/drawingml/2006/main">
              <a:ext uri="{FF2B5EF4-FFF2-40B4-BE49-F238E27FC236}">
                <a16:creationId xmlns:a16="http://schemas.microsoft.com/office/drawing/2014/main" id="{F2C82C5D-AB8C-499D-8DF8-13C15F3D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124450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CE3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Warp 7">
            <a:extLst xmlns:a="http://schemas.openxmlformats.org/drawingml/2006/main">
              <a:ext uri="{FF2B5EF4-FFF2-40B4-BE49-F238E27FC236}">
                <a16:creationId xmlns:a16="http://schemas.microsoft.com/office/drawing/2014/main" id="{66991192-8A8C-4A58-B132-0A4EA0B8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72075"/>
            <a:ext cx="11239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2B78B8"/>
          </a:solidFill>
          <a:ln xmlns:a="http://schemas.openxmlformats.org/drawingml/2006/main" w="11430">
            <a:solidFill>
              <a:srgbClr val="2B78B8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warp 7</a:t>
            </a:r>
          </a:p>
        </p:txBody>
      </p:sp>
      <p:sp>
        <p:nvSpPr>
          <p:cNvPr id="81" name="Assegnazione warp 7">
            <a:extLst xmlns:a="http://schemas.openxmlformats.org/drawingml/2006/main">
              <a:ext uri="{FF2B5EF4-FFF2-40B4-BE49-F238E27FC236}">
                <a16:creationId xmlns:a16="http://schemas.microsoft.com/office/drawing/2014/main" id="{D120E208-DA8D-447F-9904-1175BB64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257800"/>
            <a:ext cx="781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5ACD1"/>
          </a:solidFill>
          <a:ln xmlns:a="http://schemas.openxmlformats.org/drawingml/2006/main" w="4763">
            <a:solidFill>
              <a:srgbClr val="75ACD1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CFBCC8C-C3B6-42A8-8120-BA87A695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5181600"/>
            <a:ext cx="647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i = 7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2CC3C41-4A00-4076-9BD0-214FE96F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1952625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7132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B78B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B78B8"/>
                </a:solidFill>
                <a:latin typeface="Arial"/>
                <a:ea typeface="Arial"/>
                <a:cs typeface="Arial"/>
              </a:rPr>
              <a:t>blocco CUDA predefinito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0287651-32B9-4181-B8B4-002D3926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4550" y="2371725"/>
            <a:ext cx="16192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DDECF7"/>
          </a:solidFill>
          <a:ln xmlns:a="http://schemas.openxmlformats.org/drawingml/2006/main" w="19050">
            <a:solidFill>
              <a:srgbClr val="2B78B8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99605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256 thread</a:t>
            </a:r>
          </a:p>
          <a:p xmlns:a="http://schemas.openxmlformats.org/drawingml/2006/main">
            <a:pPr algn="ctr">
              <a:defRPr sz="210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8 warp</a:t>
            </a:r>
          </a:p>
          <a:p xmlns:a="http://schemas.openxmlformats.org/drawingml/2006/main">
            <a:pPr algn="ctr">
              <a:defRPr sz="210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8 righe di Y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3577C51-90AA-4D9D-8A13-EA7E15BC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1200" y="4019550"/>
            <a:ext cx="188595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3EC"/>
          </a:solidFill>
          <a:ln xmlns:a="http://schemas.openxmlformats.org/drawingml/2006/main" w="14288">
            <a:solidFill>
              <a:srgbClr val="6BBBA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9866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866E"/>
                </a:solidFill>
                <a:latin typeface="Arial"/>
                <a:ea typeface="Arial"/>
                <a:cs typeface="Arial"/>
              </a:rPr>
              <a:t>warp_id = i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28752AB-6069-4987-B3C5-D6FA8D12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5686425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I blocchi successivi continuano sulle righe i = 8, 9, …, m_loc−1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5AEE305-C984-4B24-85BB-A9D242C2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62103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Alla fine soltanto la lane 0 del warp scrive la riga Y[i,:]</a:t>
            </a:r>
          </a:p>
        </p:txBody>
      </p:sp>
    </p:spTree>
    <p:extLst>
      <p:ext uri="{BB962C8B-B14F-4D97-AF65-F5344CB8AC3E}">
        <p14:creationId xmlns:p14="http://schemas.microsoft.com/office/powerpoint/2010/main" val="14882874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Titolo">
            <a:extLst xmlns:a="http://schemas.openxmlformats.org/drawingml/2006/main">
              <a:ext uri="{FF2B5EF4-FFF2-40B4-BE49-F238E27FC236}">
                <a16:creationId xmlns:a16="http://schemas.microsoft.com/office/drawing/2014/main" id="{3330076F-7DF1-4B37-BC78-B1F6F0AC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266700"/>
            <a:ext cx="11087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Zoom su un warp generico</a:t>
            </a:r>
          </a:p>
        </p:txBody>
      </p:sp>
      <p:sp>
        <p:nvSpPr>
          <p:cNvPr id="2" name="Sottotitolo">
            <a:extLst xmlns:a="http://schemas.openxmlformats.org/drawingml/2006/main">
              <a:ext uri="{FF2B5EF4-FFF2-40B4-BE49-F238E27FC236}">
                <a16:creationId xmlns:a16="http://schemas.microsoft.com/office/drawing/2014/main" id="{47062352-3BAD-45D8-9327-474417BC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790575"/>
            <a:ext cx="1100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Il warp i combina la riga A[i,:] con tutte le colonne di X</a:t>
            </a:r>
          </a:p>
        </p:txBody>
      </p:sp>
      <p:sp>
        <p:nvSpPr>
          <p:cNvPr id="3" name="Linea titolo">
            <a:extLst xmlns:a="http://schemas.openxmlformats.org/drawingml/2006/main">
              <a:ext uri="{FF2B5EF4-FFF2-40B4-BE49-F238E27FC236}">
                <a16:creationId xmlns:a16="http://schemas.microsoft.com/office/drawing/2014/main" id="{09DCD319-58A4-496E-A62B-5C7CE8FC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8B8"/>
          </a:solidFill>
          <a:ln xmlns:a="http://schemas.openxmlformats.org/drawingml/2006/main" w="11430">
            <a:solidFill>
              <a:srgbClr val="2B78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1E613-1A5E-49A3-986D-8912D85E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145732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8F1041-82EC-4CBA-9F72-61F31854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18192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m_loc × n_loc</a:t>
            </a:r>
          </a:p>
        </p:txBody>
      </p:sp>
      <p:sp>
        <p:nvSpPr>
          <p:cNvPr id="6" name="A 0 0">
            <a:extLst xmlns:a="http://schemas.openxmlformats.org/drawingml/2006/main">
              <a:ext uri="{FF2B5EF4-FFF2-40B4-BE49-F238E27FC236}">
                <a16:creationId xmlns:a16="http://schemas.microsoft.com/office/drawing/2014/main" id="{DCF7D111-886A-44B2-860C-3A7FF4CF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A 0 1">
            <a:extLst xmlns:a="http://schemas.openxmlformats.org/drawingml/2006/main">
              <a:ext uri="{FF2B5EF4-FFF2-40B4-BE49-F238E27FC236}">
                <a16:creationId xmlns:a16="http://schemas.microsoft.com/office/drawing/2014/main" id="{196756CC-0914-4E43-87B7-452B7A94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38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A 0 2">
            <a:extLst xmlns:a="http://schemas.openxmlformats.org/drawingml/2006/main">
              <a:ext uri="{FF2B5EF4-FFF2-40B4-BE49-F238E27FC236}">
                <a16:creationId xmlns:a16="http://schemas.microsoft.com/office/drawing/2014/main" id="{743613D1-B322-44E1-A8B1-8BF4AF70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A 0 3">
            <a:extLst xmlns:a="http://schemas.openxmlformats.org/drawingml/2006/main">
              <a:ext uri="{FF2B5EF4-FFF2-40B4-BE49-F238E27FC236}">
                <a16:creationId xmlns:a16="http://schemas.microsoft.com/office/drawing/2014/main" id="{1625DFFF-0E2D-45C0-B3EE-7EDFC8FE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38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A 0 4">
            <a:extLst xmlns:a="http://schemas.openxmlformats.org/drawingml/2006/main">
              <a:ext uri="{FF2B5EF4-FFF2-40B4-BE49-F238E27FC236}">
                <a16:creationId xmlns:a16="http://schemas.microsoft.com/office/drawing/2014/main" id="{8EBB0166-3A37-4735-B5DE-26CD30F6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238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A 0 5">
            <a:extLst xmlns:a="http://schemas.openxmlformats.org/drawingml/2006/main">
              <a:ext uri="{FF2B5EF4-FFF2-40B4-BE49-F238E27FC236}">
                <a16:creationId xmlns:a16="http://schemas.microsoft.com/office/drawing/2014/main" id="{5B28C99B-30E3-4873-9624-8C5F606B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38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A 0 6">
            <a:extLst xmlns:a="http://schemas.openxmlformats.org/drawingml/2006/main">
              <a:ext uri="{FF2B5EF4-FFF2-40B4-BE49-F238E27FC236}">
                <a16:creationId xmlns:a16="http://schemas.microsoft.com/office/drawing/2014/main" id="{29480771-4418-43DC-BD8D-E278BF5C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38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A 0 7">
            <a:extLst xmlns:a="http://schemas.openxmlformats.org/drawingml/2006/main">
              <a:ext uri="{FF2B5EF4-FFF2-40B4-BE49-F238E27FC236}">
                <a16:creationId xmlns:a16="http://schemas.microsoft.com/office/drawing/2014/main" id="{8B25267F-184A-4665-A739-4F09A4E6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38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A 0 8">
            <a:extLst xmlns:a="http://schemas.openxmlformats.org/drawingml/2006/main">
              <a:ext uri="{FF2B5EF4-FFF2-40B4-BE49-F238E27FC236}">
                <a16:creationId xmlns:a16="http://schemas.microsoft.com/office/drawing/2014/main" id="{C91ADF9B-F87F-474A-A210-DFB37D73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38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A 0 9">
            <a:extLst xmlns:a="http://schemas.openxmlformats.org/drawingml/2006/main">
              <a:ext uri="{FF2B5EF4-FFF2-40B4-BE49-F238E27FC236}">
                <a16:creationId xmlns:a16="http://schemas.microsoft.com/office/drawing/2014/main" id="{6001E41D-7711-41CD-B9A6-C358E8AE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38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A 1 0">
            <a:extLst xmlns:a="http://schemas.openxmlformats.org/drawingml/2006/main">
              <a:ext uri="{FF2B5EF4-FFF2-40B4-BE49-F238E27FC236}">
                <a16:creationId xmlns:a16="http://schemas.microsoft.com/office/drawing/2014/main" id="{56B71C46-CE50-45C0-B31D-9F01660F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622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A 1 1">
            <a:extLst xmlns:a="http://schemas.openxmlformats.org/drawingml/2006/main">
              <a:ext uri="{FF2B5EF4-FFF2-40B4-BE49-F238E27FC236}">
                <a16:creationId xmlns:a16="http://schemas.microsoft.com/office/drawing/2014/main" id="{F6BFEB44-ED62-4C7A-926A-952FF3EE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622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A 1 2">
            <a:extLst xmlns:a="http://schemas.openxmlformats.org/drawingml/2006/main">
              <a:ext uri="{FF2B5EF4-FFF2-40B4-BE49-F238E27FC236}">
                <a16:creationId xmlns:a16="http://schemas.microsoft.com/office/drawing/2014/main" id="{B22C11AB-AE61-4257-8B15-F80BAF4A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622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A 1 3">
            <a:extLst xmlns:a="http://schemas.openxmlformats.org/drawingml/2006/main">
              <a:ext uri="{FF2B5EF4-FFF2-40B4-BE49-F238E27FC236}">
                <a16:creationId xmlns:a16="http://schemas.microsoft.com/office/drawing/2014/main" id="{62ADF429-3C40-498C-8C50-ED9AF13E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A 1 4">
            <a:extLst xmlns:a="http://schemas.openxmlformats.org/drawingml/2006/main">
              <a:ext uri="{FF2B5EF4-FFF2-40B4-BE49-F238E27FC236}">
                <a16:creationId xmlns:a16="http://schemas.microsoft.com/office/drawing/2014/main" id="{ADB59E78-186E-4FB9-ACC1-1153F6D4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5622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A 1 5">
            <a:extLst xmlns:a="http://schemas.openxmlformats.org/drawingml/2006/main">
              <a:ext uri="{FF2B5EF4-FFF2-40B4-BE49-F238E27FC236}">
                <a16:creationId xmlns:a16="http://schemas.microsoft.com/office/drawing/2014/main" id="{2A9B984B-FB0B-424E-9F30-748CEA7D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622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A 1 6">
            <a:extLst xmlns:a="http://schemas.openxmlformats.org/drawingml/2006/main">
              <a:ext uri="{FF2B5EF4-FFF2-40B4-BE49-F238E27FC236}">
                <a16:creationId xmlns:a16="http://schemas.microsoft.com/office/drawing/2014/main" id="{43D7E601-C2CA-46FD-A8E8-241FFF9A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622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A 1 7">
            <a:extLst xmlns:a="http://schemas.openxmlformats.org/drawingml/2006/main">
              <a:ext uri="{FF2B5EF4-FFF2-40B4-BE49-F238E27FC236}">
                <a16:creationId xmlns:a16="http://schemas.microsoft.com/office/drawing/2014/main" id="{8D77B0D6-28B8-43EA-9A39-A7D9AE84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622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A 1 8">
            <a:extLst xmlns:a="http://schemas.openxmlformats.org/drawingml/2006/main">
              <a:ext uri="{FF2B5EF4-FFF2-40B4-BE49-F238E27FC236}">
                <a16:creationId xmlns:a16="http://schemas.microsoft.com/office/drawing/2014/main" id="{70F0E1E1-7E70-4895-8009-D2215633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622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A 1 9">
            <a:extLst xmlns:a="http://schemas.openxmlformats.org/drawingml/2006/main">
              <a:ext uri="{FF2B5EF4-FFF2-40B4-BE49-F238E27FC236}">
                <a16:creationId xmlns:a16="http://schemas.microsoft.com/office/drawing/2014/main" id="{24117CBB-A1A6-41ED-BB42-F08B606E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622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A 2 0">
            <a:extLst xmlns:a="http://schemas.openxmlformats.org/drawingml/2006/main">
              <a:ext uri="{FF2B5EF4-FFF2-40B4-BE49-F238E27FC236}">
                <a16:creationId xmlns:a16="http://schemas.microsoft.com/office/drawing/2014/main" id="{30CA608B-A8BF-4DDD-A17A-DEB7929E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860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A 2 1">
            <a:extLst xmlns:a="http://schemas.openxmlformats.org/drawingml/2006/main">
              <a:ext uri="{FF2B5EF4-FFF2-40B4-BE49-F238E27FC236}">
                <a16:creationId xmlns:a16="http://schemas.microsoft.com/office/drawing/2014/main" id="{435E869E-7FC6-4714-9D7E-30F25DD2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860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A 2 2">
            <a:extLst xmlns:a="http://schemas.openxmlformats.org/drawingml/2006/main">
              <a:ext uri="{FF2B5EF4-FFF2-40B4-BE49-F238E27FC236}">
                <a16:creationId xmlns:a16="http://schemas.microsoft.com/office/drawing/2014/main" id="{3C46A7FB-621F-412D-BCFB-4607D13E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860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A 2 3">
            <a:extLst xmlns:a="http://schemas.openxmlformats.org/drawingml/2006/main">
              <a:ext uri="{FF2B5EF4-FFF2-40B4-BE49-F238E27FC236}">
                <a16:creationId xmlns:a16="http://schemas.microsoft.com/office/drawing/2014/main" id="{A307E12B-B465-4D9A-8722-E295890E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860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A 2 4">
            <a:extLst xmlns:a="http://schemas.openxmlformats.org/drawingml/2006/main">
              <a:ext uri="{FF2B5EF4-FFF2-40B4-BE49-F238E27FC236}">
                <a16:creationId xmlns:a16="http://schemas.microsoft.com/office/drawing/2014/main" id="{803EF718-6E08-48B1-854B-F3309B95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860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A 2 5">
            <a:extLst xmlns:a="http://schemas.openxmlformats.org/drawingml/2006/main">
              <a:ext uri="{FF2B5EF4-FFF2-40B4-BE49-F238E27FC236}">
                <a16:creationId xmlns:a16="http://schemas.microsoft.com/office/drawing/2014/main" id="{1C70A1C4-BDEB-430F-927D-807E5136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860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A 2 6">
            <a:extLst xmlns:a="http://schemas.openxmlformats.org/drawingml/2006/main">
              <a:ext uri="{FF2B5EF4-FFF2-40B4-BE49-F238E27FC236}">
                <a16:creationId xmlns:a16="http://schemas.microsoft.com/office/drawing/2014/main" id="{99DF0B38-CA95-46F1-8247-851593B9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860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A 2 7">
            <a:extLst xmlns:a="http://schemas.openxmlformats.org/drawingml/2006/main">
              <a:ext uri="{FF2B5EF4-FFF2-40B4-BE49-F238E27FC236}">
                <a16:creationId xmlns:a16="http://schemas.microsoft.com/office/drawing/2014/main" id="{EE5EDF5D-8DDE-4645-B5A7-0F24F3E1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860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A 2 8">
            <a:extLst xmlns:a="http://schemas.openxmlformats.org/drawingml/2006/main">
              <a:ext uri="{FF2B5EF4-FFF2-40B4-BE49-F238E27FC236}">
                <a16:creationId xmlns:a16="http://schemas.microsoft.com/office/drawing/2014/main" id="{28B74BE7-8303-418C-A05A-1D0A89BC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860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A 2 9">
            <a:extLst xmlns:a="http://schemas.openxmlformats.org/drawingml/2006/main">
              <a:ext uri="{FF2B5EF4-FFF2-40B4-BE49-F238E27FC236}">
                <a16:creationId xmlns:a16="http://schemas.microsoft.com/office/drawing/2014/main" id="{9832F1D3-F27B-4C96-A93E-1114DC2B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860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A 3 0">
            <a:extLst xmlns:a="http://schemas.openxmlformats.org/drawingml/2006/main">
              <a:ext uri="{FF2B5EF4-FFF2-40B4-BE49-F238E27FC236}">
                <a16:creationId xmlns:a16="http://schemas.microsoft.com/office/drawing/2014/main" id="{73302AC0-8C78-4F88-8C7E-1AC2306B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F7"/>
          </a:solidFill>
          <a:ln xmlns:a="http://schemas.openxmlformats.org/drawingml/2006/main" w="11430">
            <a:solidFill>
              <a:srgbClr val="2B78B8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a0</a:t>
            </a:r>
          </a:p>
        </p:txBody>
      </p:sp>
      <p:sp>
        <p:nvSpPr>
          <p:cNvPr id="37" name="A 3 1">
            <a:extLst xmlns:a="http://schemas.openxmlformats.org/drawingml/2006/main">
              <a:ext uri="{FF2B5EF4-FFF2-40B4-BE49-F238E27FC236}">
                <a16:creationId xmlns:a16="http://schemas.microsoft.com/office/drawing/2014/main" id="{E251FD10-B741-4AB2-91DC-951156D5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9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F7"/>
          </a:solidFill>
          <a:ln xmlns:a="http://schemas.openxmlformats.org/drawingml/2006/main" w="11430">
            <a:solidFill>
              <a:srgbClr val="2B78B8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a1</a:t>
            </a:r>
          </a:p>
        </p:txBody>
      </p:sp>
      <p:sp>
        <p:nvSpPr>
          <p:cNvPr id="38" name="A 3 2">
            <a:extLst xmlns:a="http://schemas.openxmlformats.org/drawingml/2006/main">
              <a:ext uri="{FF2B5EF4-FFF2-40B4-BE49-F238E27FC236}">
                <a16:creationId xmlns:a16="http://schemas.microsoft.com/office/drawing/2014/main" id="{226527AF-8C65-4D68-BA80-940C072D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F7"/>
          </a:solidFill>
          <a:ln xmlns:a="http://schemas.openxmlformats.org/drawingml/2006/main" w="11430">
            <a:solidFill>
              <a:srgbClr val="2B78B8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  <p:sp>
        <p:nvSpPr>
          <p:cNvPr id="39" name="A 3 3">
            <a:extLst xmlns:a="http://schemas.openxmlformats.org/drawingml/2006/main">
              <a:ext uri="{FF2B5EF4-FFF2-40B4-BE49-F238E27FC236}">
                <a16:creationId xmlns:a16="http://schemas.microsoft.com/office/drawing/2014/main" id="{F9CFF198-9BD1-45D2-9199-CA52B465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09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F7"/>
          </a:solidFill>
          <a:ln xmlns:a="http://schemas.openxmlformats.org/drawingml/2006/main" w="11430">
            <a:solidFill>
              <a:srgbClr val="2B78B8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A 3 4">
            <a:extLst xmlns:a="http://schemas.openxmlformats.org/drawingml/2006/main">
              <a:ext uri="{FF2B5EF4-FFF2-40B4-BE49-F238E27FC236}">
                <a16:creationId xmlns:a16="http://schemas.microsoft.com/office/drawing/2014/main" id="{4962614A-AEE7-4EFA-9C3C-0FDAFAA6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09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F7"/>
          </a:solidFill>
          <a:ln xmlns:a="http://schemas.openxmlformats.org/drawingml/2006/main" w="11430">
            <a:solidFill>
              <a:srgbClr val="2B78B8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1" name="A 3 5">
            <a:extLst xmlns:a="http://schemas.openxmlformats.org/drawingml/2006/main">
              <a:ext uri="{FF2B5EF4-FFF2-40B4-BE49-F238E27FC236}">
                <a16:creationId xmlns:a16="http://schemas.microsoft.com/office/drawing/2014/main" id="{2DB9D49C-A5C6-4C20-A44D-6E24D78D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09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F7"/>
          </a:solidFill>
          <a:ln xmlns:a="http://schemas.openxmlformats.org/drawingml/2006/main" w="11430">
            <a:solidFill>
              <a:srgbClr val="2B78B8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2" name="A 3 6">
            <a:extLst xmlns:a="http://schemas.openxmlformats.org/drawingml/2006/main">
              <a:ext uri="{FF2B5EF4-FFF2-40B4-BE49-F238E27FC236}">
                <a16:creationId xmlns:a16="http://schemas.microsoft.com/office/drawing/2014/main" id="{7A46B092-3454-432D-BFF1-41CFF060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09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F7"/>
          </a:solidFill>
          <a:ln xmlns:a="http://schemas.openxmlformats.org/drawingml/2006/main" w="11430">
            <a:solidFill>
              <a:srgbClr val="2B78B8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3" name="A 3 7">
            <a:extLst xmlns:a="http://schemas.openxmlformats.org/drawingml/2006/main">
              <a:ext uri="{FF2B5EF4-FFF2-40B4-BE49-F238E27FC236}">
                <a16:creationId xmlns:a16="http://schemas.microsoft.com/office/drawing/2014/main" id="{6884D6B6-7ECE-4183-AF52-FE2E0EB7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09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F7"/>
          </a:solidFill>
          <a:ln xmlns:a="http://schemas.openxmlformats.org/drawingml/2006/main" w="11430">
            <a:solidFill>
              <a:srgbClr val="2B78B8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4" name="A 3 8">
            <a:extLst xmlns:a="http://schemas.openxmlformats.org/drawingml/2006/main">
              <a:ext uri="{FF2B5EF4-FFF2-40B4-BE49-F238E27FC236}">
                <a16:creationId xmlns:a16="http://schemas.microsoft.com/office/drawing/2014/main" id="{112CCEA8-381C-432C-B2C8-B1FE66C4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09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F7"/>
          </a:solidFill>
          <a:ln xmlns:a="http://schemas.openxmlformats.org/drawingml/2006/main" w="11430">
            <a:solidFill>
              <a:srgbClr val="2B78B8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5" name="A 3 9">
            <a:extLst xmlns:a="http://schemas.openxmlformats.org/drawingml/2006/main">
              <a:ext uri="{FF2B5EF4-FFF2-40B4-BE49-F238E27FC236}">
                <a16:creationId xmlns:a16="http://schemas.microsoft.com/office/drawing/2014/main" id="{D666E7EA-6DE6-4075-9A09-1F750AA2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09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F7"/>
          </a:solidFill>
          <a:ln xmlns:a="http://schemas.openxmlformats.org/drawingml/2006/main" w="11430">
            <a:solidFill>
              <a:srgbClr val="2B78B8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6" name="A 4 0">
            <a:extLst xmlns:a="http://schemas.openxmlformats.org/drawingml/2006/main">
              <a:ext uri="{FF2B5EF4-FFF2-40B4-BE49-F238E27FC236}">
                <a16:creationId xmlns:a16="http://schemas.microsoft.com/office/drawing/2014/main" id="{155B5B94-0E26-4EFA-8492-E3F71B04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337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7" name="A 4 1">
            <a:extLst xmlns:a="http://schemas.openxmlformats.org/drawingml/2006/main">
              <a:ext uri="{FF2B5EF4-FFF2-40B4-BE49-F238E27FC236}">
                <a16:creationId xmlns:a16="http://schemas.microsoft.com/office/drawing/2014/main" id="{29377764-914E-4BBA-BDB8-F0B26990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337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8" name="A 4 2">
            <a:extLst xmlns:a="http://schemas.openxmlformats.org/drawingml/2006/main">
              <a:ext uri="{FF2B5EF4-FFF2-40B4-BE49-F238E27FC236}">
                <a16:creationId xmlns:a16="http://schemas.microsoft.com/office/drawing/2014/main" id="{7D0721F4-2352-4988-8F61-CCA14C6F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337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9" name="A 4 3">
            <a:extLst xmlns:a="http://schemas.openxmlformats.org/drawingml/2006/main">
              <a:ext uri="{FF2B5EF4-FFF2-40B4-BE49-F238E27FC236}">
                <a16:creationId xmlns:a16="http://schemas.microsoft.com/office/drawing/2014/main" id="{BBCD18A0-630E-499C-BA6D-A412A7EB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337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0" name="A 4 4">
            <a:extLst xmlns:a="http://schemas.openxmlformats.org/drawingml/2006/main">
              <a:ext uri="{FF2B5EF4-FFF2-40B4-BE49-F238E27FC236}">
                <a16:creationId xmlns:a16="http://schemas.microsoft.com/office/drawing/2014/main" id="{792FC2C8-B3E5-4C39-AFF8-5CC356E7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5337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1" name="A 4 5">
            <a:extLst xmlns:a="http://schemas.openxmlformats.org/drawingml/2006/main">
              <a:ext uri="{FF2B5EF4-FFF2-40B4-BE49-F238E27FC236}">
                <a16:creationId xmlns:a16="http://schemas.microsoft.com/office/drawing/2014/main" id="{28C605F4-9EC9-4E14-A511-E1D3C07F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337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2" name="A 4 6">
            <a:extLst xmlns:a="http://schemas.openxmlformats.org/drawingml/2006/main">
              <a:ext uri="{FF2B5EF4-FFF2-40B4-BE49-F238E27FC236}">
                <a16:creationId xmlns:a16="http://schemas.microsoft.com/office/drawing/2014/main" id="{7C51D8CF-1A73-4386-A8B2-2EE29B81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337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A 4 7">
            <a:extLst xmlns:a="http://schemas.openxmlformats.org/drawingml/2006/main">
              <a:ext uri="{FF2B5EF4-FFF2-40B4-BE49-F238E27FC236}">
                <a16:creationId xmlns:a16="http://schemas.microsoft.com/office/drawing/2014/main" id="{D5D30FE5-07A2-4C81-96D8-29A1AFC6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337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4" name="A 4 8">
            <a:extLst xmlns:a="http://schemas.openxmlformats.org/drawingml/2006/main">
              <a:ext uri="{FF2B5EF4-FFF2-40B4-BE49-F238E27FC236}">
                <a16:creationId xmlns:a16="http://schemas.microsoft.com/office/drawing/2014/main" id="{1ECFA582-7EB1-4464-B631-F144868D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337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5" name="A 4 9">
            <a:extLst xmlns:a="http://schemas.openxmlformats.org/drawingml/2006/main">
              <a:ext uri="{FF2B5EF4-FFF2-40B4-BE49-F238E27FC236}">
                <a16:creationId xmlns:a16="http://schemas.microsoft.com/office/drawing/2014/main" id="{675B0F5A-15D9-4008-8924-D0C3AED5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337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6" name="A 5 0">
            <a:extLst xmlns:a="http://schemas.openxmlformats.org/drawingml/2006/main">
              <a:ext uri="{FF2B5EF4-FFF2-40B4-BE49-F238E27FC236}">
                <a16:creationId xmlns:a16="http://schemas.microsoft.com/office/drawing/2014/main" id="{C5126F15-B79B-4AFC-BD2B-FB9BF76E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7" name="A 5 1">
            <a:extLst xmlns:a="http://schemas.openxmlformats.org/drawingml/2006/main">
              <a:ext uri="{FF2B5EF4-FFF2-40B4-BE49-F238E27FC236}">
                <a16:creationId xmlns:a16="http://schemas.microsoft.com/office/drawing/2014/main" id="{58CDCD4A-D6F6-4A14-93B2-027CF378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576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8" name="A 5 2">
            <a:extLst xmlns:a="http://schemas.openxmlformats.org/drawingml/2006/main">
              <a:ext uri="{FF2B5EF4-FFF2-40B4-BE49-F238E27FC236}">
                <a16:creationId xmlns:a16="http://schemas.microsoft.com/office/drawing/2014/main" id="{7306B821-0995-4D50-AC7E-0ABADA91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576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9" name="A 5 3">
            <a:extLst xmlns:a="http://schemas.openxmlformats.org/drawingml/2006/main">
              <a:ext uri="{FF2B5EF4-FFF2-40B4-BE49-F238E27FC236}">
                <a16:creationId xmlns:a16="http://schemas.microsoft.com/office/drawing/2014/main" id="{B983D0F9-0C76-49A2-B982-B6F4888C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8576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A 5 4">
            <a:extLst xmlns:a="http://schemas.openxmlformats.org/drawingml/2006/main">
              <a:ext uri="{FF2B5EF4-FFF2-40B4-BE49-F238E27FC236}">
                <a16:creationId xmlns:a16="http://schemas.microsoft.com/office/drawing/2014/main" id="{24CC03FA-CE00-43CB-9900-4370EE68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576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1" name="A 5 5">
            <a:extLst xmlns:a="http://schemas.openxmlformats.org/drawingml/2006/main">
              <a:ext uri="{FF2B5EF4-FFF2-40B4-BE49-F238E27FC236}">
                <a16:creationId xmlns:a16="http://schemas.microsoft.com/office/drawing/2014/main" id="{64F82F13-C014-47BB-823B-D4E3D622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576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A 5 6">
            <a:extLst xmlns:a="http://schemas.openxmlformats.org/drawingml/2006/main">
              <a:ext uri="{FF2B5EF4-FFF2-40B4-BE49-F238E27FC236}">
                <a16:creationId xmlns:a16="http://schemas.microsoft.com/office/drawing/2014/main" id="{0C575FEA-5312-4E2B-91C3-6558E1E4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576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A 5 7">
            <a:extLst xmlns:a="http://schemas.openxmlformats.org/drawingml/2006/main">
              <a:ext uri="{FF2B5EF4-FFF2-40B4-BE49-F238E27FC236}">
                <a16:creationId xmlns:a16="http://schemas.microsoft.com/office/drawing/2014/main" id="{3D2F819E-82C1-46A6-A9EC-33F9D4D3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576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A 5 8">
            <a:extLst xmlns:a="http://schemas.openxmlformats.org/drawingml/2006/main">
              <a:ext uri="{FF2B5EF4-FFF2-40B4-BE49-F238E27FC236}">
                <a16:creationId xmlns:a16="http://schemas.microsoft.com/office/drawing/2014/main" id="{16D18B03-3A5A-426C-9669-9244871E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576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A 5 9">
            <a:extLst xmlns:a="http://schemas.openxmlformats.org/drawingml/2006/main">
              <a:ext uri="{FF2B5EF4-FFF2-40B4-BE49-F238E27FC236}">
                <a16:creationId xmlns:a16="http://schemas.microsoft.com/office/drawing/2014/main" id="{B40DCF4B-C07D-4625-BE12-29182858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8576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6" name="A 6 0">
            <a:extLst xmlns:a="http://schemas.openxmlformats.org/drawingml/2006/main">
              <a:ext uri="{FF2B5EF4-FFF2-40B4-BE49-F238E27FC236}">
                <a16:creationId xmlns:a16="http://schemas.microsoft.com/office/drawing/2014/main" id="{CE6FDE53-4800-4DC1-877C-3CC9EE3E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A 6 1">
            <a:extLst xmlns:a="http://schemas.openxmlformats.org/drawingml/2006/main">
              <a:ext uri="{FF2B5EF4-FFF2-40B4-BE49-F238E27FC236}">
                <a16:creationId xmlns:a16="http://schemas.microsoft.com/office/drawing/2014/main" id="{7E87F796-336F-4C17-9709-04E02B37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814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8" name="A 6 2">
            <a:extLst xmlns:a="http://schemas.openxmlformats.org/drawingml/2006/main">
              <a:ext uri="{FF2B5EF4-FFF2-40B4-BE49-F238E27FC236}">
                <a16:creationId xmlns:a16="http://schemas.microsoft.com/office/drawing/2014/main" id="{909F34D4-D755-43D1-B167-221B9D01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814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A 6 3">
            <a:extLst xmlns:a="http://schemas.openxmlformats.org/drawingml/2006/main">
              <a:ext uri="{FF2B5EF4-FFF2-40B4-BE49-F238E27FC236}">
                <a16:creationId xmlns:a16="http://schemas.microsoft.com/office/drawing/2014/main" id="{EDF7AA08-4FFE-4F29-A7E9-145F3C87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814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0" name="A 6 4">
            <a:extLst xmlns:a="http://schemas.openxmlformats.org/drawingml/2006/main">
              <a:ext uri="{FF2B5EF4-FFF2-40B4-BE49-F238E27FC236}">
                <a16:creationId xmlns:a16="http://schemas.microsoft.com/office/drawing/2014/main" id="{70C09184-D943-4EE6-B5B5-09283689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1814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A 6 5">
            <a:extLst xmlns:a="http://schemas.openxmlformats.org/drawingml/2006/main">
              <a:ext uri="{FF2B5EF4-FFF2-40B4-BE49-F238E27FC236}">
                <a16:creationId xmlns:a16="http://schemas.microsoft.com/office/drawing/2014/main" id="{6B840E9D-F679-4A7D-8FCC-1C2CD5ED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814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2" name="A 6 6">
            <a:extLst xmlns:a="http://schemas.openxmlformats.org/drawingml/2006/main">
              <a:ext uri="{FF2B5EF4-FFF2-40B4-BE49-F238E27FC236}">
                <a16:creationId xmlns:a16="http://schemas.microsoft.com/office/drawing/2014/main" id="{C6042566-089F-490F-8F66-D52B1304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814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A 6 7">
            <a:extLst xmlns:a="http://schemas.openxmlformats.org/drawingml/2006/main">
              <a:ext uri="{FF2B5EF4-FFF2-40B4-BE49-F238E27FC236}">
                <a16:creationId xmlns:a16="http://schemas.microsoft.com/office/drawing/2014/main" id="{F35369F2-FD7E-4277-8D60-F01CF8A1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814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4" name="A 6 8">
            <a:extLst xmlns:a="http://schemas.openxmlformats.org/drawingml/2006/main">
              <a:ext uri="{FF2B5EF4-FFF2-40B4-BE49-F238E27FC236}">
                <a16:creationId xmlns:a16="http://schemas.microsoft.com/office/drawing/2014/main" id="{4E118DEB-6490-4F65-A6CF-CDB567C1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1814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5" name="A 6 9">
            <a:extLst xmlns:a="http://schemas.openxmlformats.org/drawingml/2006/main">
              <a:ext uri="{FF2B5EF4-FFF2-40B4-BE49-F238E27FC236}">
                <a16:creationId xmlns:a16="http://schemas.microsoft.com/office/drawing/2014/main" id="{62229CD0-8C74-4E66-9D07-F8093463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1814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6" name="A 7 0">
            <a:extLst xmlns:a="http://schemas.openxmlformats.org/drawingml/2006/main">
              <a:ext uri="{FF2B5EF4-FFF2-40B4-BE49-F238E27FC236}">
                <a16:creationId xmlns:a16="http://schemas.microsoft.com/office/drawing/2014/main" id="{9E8B3BDA-F266-44CB-9C32-E35BA5C1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7" name="A 7 1">
            <a:extLst xmlns:a="http://schemas.openxmlformats.org/drawingml/2006/main">
              <a:ext uri="{FF2B5EF4-FFF2-40B4-BE49-F238E27FC236}">
                <a16:creationId xmlns:a16="http://schemas.microsoft.com/office/drawing/2014/main" id="{DCA500E9-D274-4D71-923B-E10AA0CD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053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A 7 2">
            <a:extLst xmlns:a="http://schemas.openxmlformats.org/drawingml/2006/main">
              <a:ext uri="{FF2B5EF4-FFF2-40B4-BE49-F238E27FC236}">
                <a16:creationId xmlns:a16="http://schemas.microsoft.com/office/drawing/2014/main" id="{2CC7E49C-B820-4400-A530-4D1241F5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053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9" name="A 7 3">
            <a:extLst xmlns:a="http://schemas.openxmlformats.org/drawingml/2006/main">
              <a:ext uri="{FF2B5EF4-FFF2-40B4-BE49-F238E27FC236}">
                <a16:creationId xmlns:a16="http://schemas.microsoft.com/office/drawing/2014/main" id="{3D32701E-538F-44AE-9412-3FD858E7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A 7 4">
            <a:extLst xmlns:a="http://schemas.openxmlformats.org/drawingml/2006/main">
              <a:ext uri="{FF2B5EF4-FFF2-40B4-BE49-F238E27FC236}">
                <a16:creationId xmlns:a16="http://schemas.microsoft.com/office/drawing/2014/main" id="{ED031BBF-394D-4651-ADED-B8BB269E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053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1" name="A 7 5">
            <a:extLst xmlns:a="http://schemas.openxmlformats.org/drawingml/2006/main">
              <a:ext uri="{FF2B5EF4-FFF2-40B4-BE49-F238E27FC236}">
                <a16:creationId xmlns:a16="http://schemas.microsoft.com/office/drawing/2014/main" id="{6952CC6E-688F-4205-8D18-82EEA1D5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053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A 7 6">
            <a:extLst xmlns:a="http://schemas.openxmlformats.org/drawingml/2006/main">
              <a:ext uri="{FF2B5EF4-FFF2-40B4-BE49-F238E27FC236}">
                <a16:creationId xmlns:a16="http://schemas.microsoft.com/office/drawing/2014/main" id="{A615D8C1-57DC-4CDE-80B4-F868C4BA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5053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3" name="A 7 7">
            <a:extLst xmlns:a="http://schemas.openxmlformats.org/drawingml/2006/main">
              <a:ext uri="{FF2B5EF4-FFF2-40B4-BE49-F238E27FC236}">
                <a16:creationId xmlns:a16="http://schemas.microsoft.com/office/drawing/2014/main" id="{5B70ADF6-77CC-49D2-A9C4-A632657E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053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A 7 8">
            <a:extLst xmlns:a="http://schemas.openxmlformats.org/drawingml/2006/main">
              <a:ext uri="{FF2B5EF4-FFF2-40B4-BE49-F238E27FC236}">
                <a16:creationId xmlns:a16="http://schemas.microsoft.com/office/drawing/2014/main" id="{5883D527-A754-459F-BA9C-9094D666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053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5" name="A 7 9">
            <a:extLst xmlns:a="http://schemas.openxmlformats.org/drawingml/2006/main">
              <a:ext uri="{FF2B5EF4-FFF2-40B4-BE49-F238E27FC236}">
                <a16:creationId xmlns:a16="http://schemas.microsoft.com/office/drawing/2014/main" id="{7DE4FDE4-9EEB-44A5-88B0-D28757E9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5053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C8EB166-1BF0-46CF-860B-780BC70F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" y="29432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B78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B78B8"/>
                </a:solidFill>
                <a:latin typeface="Arial"/>
                <a:ea typeface="Arial"/>
                <a:cs typeface="Arial"/>
              </a:rPr>
              <a:t>riga i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AA141D2-BAA7-49BD-9D8A-E9932C28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33337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78B8"/>
          </a:solidFill>
          <a:ln xmlns:a="http://schemas.openxmlformats.org/drawingml/2006/main" w="4763">
            <a:solidFill>
              <a:srgbClr val="2B78B8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B2C141E-DFCB-4E82-9281-AEEAE9A0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1457325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F40DA36-F4DD-434F-9593-FEF48A2D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181927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n_loc × k</a:t>
            </a:r>
          </a:p>
        </p:txBody>
      </p:sp>
      <p:sp>
        <p:nvSpPr>
          <p:cNvPr id="90" name="X 0 0">
            <a:extLst xmlns:a="http://schemas.openxmlformats.org/drawingml/2006/main">
              <a:ext uri="{FF2B5EF4-FFF2-40B4-BE49-F238E27FC236}">
                <a16:creationId xmlns:a16="http://schemas.microsoft.com/office/drawing/2014/main" id="{F4062E59-83DC-496F-ADC1-A0AB1B4E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38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1" name="X 0 1">
            <a:extLst xmlns:a="http://schemas.openxmlformats.org/drawingml/2006/main">
              <a:ext uri="{FF2B5EF4-FFF2-40B4-BE49-F238E27FC236}">
                <a16:creationId xmlns:a16="http://schemas.microsoft.com/office/drawing/2014/main" id="{6388F370-11BF-4C94-A289-A95CCF46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38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2" name="X 0 2">
            <a:extLst xmlns:a="http://schemas.openxmlformats.org/drawingml/2006/main">
              <a:ext uri="{FF2B5EF4-FFF2-40B4-BE49-F238E27FC236}">
                <a16:creationId xmlns:a16="http://schemas.microsoft.com/office/drawing/2014/main" id="{9AED8B27-6576-4ACD-8747-217CB141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38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3" name="X 0 3">
            <a:extLst xmlns:a="http://schemas.openxmlformats.org/drawingml/2006/main">
              <a:ext uri="{FF2B5EF4-FFF2-40B4-BE49-F238E27FC236}">
                <a16:creationId xmlns:a16="http://schemas.microsoft.com/office/drawing/2014/main" id="{9B239A79-FAF2-453D-8B51-88100F7E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38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4" name="X 0 4">
            <a:extLst xmlns:a="http://schemas.openxmlformats.org/drawingml/2006/main">
              <a:ext uri="{FF2B5EF4-FFF2-40B4-BE49-F238E27FC236}">
                <a16:creationId xmlns:a16="http://schemas.microsoft.com/office/drawing/2014/main" id="{40D1BE9B-CEFA-4776-A1AC-69E2ECA8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38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5" name="X 0 5">
            <a:extLst xmlns:a="http://schemas.openxmlformats.org/drawingml/2006/main">
              <a:ext uri="{FF2B5EF4-FFF2-40B4-BE49-F238E27FC236}">
                <a16:creationId xmlns:a16="http://schemas.microsoft.com/office/drawing/2014/main" id="{1019B114-13A8-448E-87AC-6591481A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38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6" name="X 1 0">
            <a:extLst xmlns:a="http://schemas.openxmlformats.org/drawingml/2006/main">
              <a:ext uri="{FF2B5EF4-FFF2-40B4-BE49-F238E27FC236}">
                <a16:creationId xmlns:a16="http://schemas.microsoft.com/office/drawing/2014/main" id="{BF935204-6D48-4D03-B040-E8685B81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622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7" name="X 1 1">
            <a:extLst xmlns:a="http://schemas.openxmlformats.org/drawingml/2006/main">
              <a:ext uri="{FF2B5EF4-FFF2-40B4-BE49-F238E27FC236}">
                <a16:creationId xmlns:a16="http://schemas.microsoft.com/office/drawing/2014/main" id="{2C1442A9-F1BF-46E1-B316-5B6F3C1E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622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8" name="X 1 2">
            <a:extLst xmlns:a="http://schemas.openxmlformats.org/drawingml/2006/main">
              <a:ext uri="{FF2B5EF4-FFF2-40B4-BE49-F238E27FC236}">
                <a16:creationId xmlns:a16="http://schemas.microsoft.com/office/drawing/2014/main" id="{B3C4D709-5FC8-42E2-8A32-9DD89C35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622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9" name="X 1 3">
            <a:extLst xmlns:a="http://schemas.openxmlformats.org/drawingml/2006/main">
              <a:ext uri="{FF2B5EF4-FFF2-40B4-BE49-F238E27FC236}">
                <a16:creationId xmlns:a16="http://schemas.microsoft.com/office/drawing/2014/main" id="{A4209308-1DD7-4AF4-9B03-D296EB51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622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0" name="X 1 4">
            <a:extLst xmlns:a="http://schemas.openxmlformats.org/drawingml/2006/main">
              <a:ext uri="{FF2B5EF4-FFF2-40B4-BE49-F238E27FC236}">
                <a16:creationId xmlns:a16="http://schemas.microsoft.com/office/drawing/2014/main" id="{3353C655-D897-47BD-AB74-BDB2535A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622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1" name="X 1 5">
            <a:extLst xmlns:a="http://schemas.openxmlformats.org/drawingml/2006/main">
              <a:ext uri="{FF2B5EF4-FFF2-40B4-BE49-F238E27FC236}">
                <a16:creationId xmlns:a16="http://schemas.microsoft.com/office/drawing/2014/main" id="{D663732C-23BC-4E07-9541-03482A42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622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2" name="X 2 0">
            <a:extLst xmlns:a="http://schemas.openxmlformats.org/drawingml/2006/main">
              <a:ext uri="{FF2B5EF4-FFF2-40B4-BE49-F238E27FC236}">
                <a16:creationId xmlns:a16="http://schemas.microsoft.com/office/drawing/2014/main" id="{B31D8289-DEB5-42D0-B502-4D7DBA8C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860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3" name="X 2 1">
            <a:extLst xmlns:a="http://schemas.openxmlformats.org/drawingml/2006/main">
              <a:ext uri="{FF2B5EF4-FFF2-40B4-BE49-F238E27FC236}">
                <a16:creationId xmlns:a16="http://schemas.microsoft.com/office/drawing/2014/main" id="{022DFF6D-2269-41B1-A29E-37B28132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860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4" name="X 2 2">
            <a:extLst xmlns:a="http://schemas.openxmlformats.org/drawingml/2006/main">
              <a:ext uri="{FF2B5EF4-FFF2-40B4-BE49-F238E27FC236}">
                <a16:creationId xmlns:a16="http://schemas.microsoft.com/office/drawing/2014/main" id="{327E9540-453C-48F3-951A-D176DF3A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860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5" name="X 2 3">
            <a:extLst xmlns:a="http://schemas.openxmlformats.org/drawingml/2006/main">
              <a:ext uri="{FF2B5EF4-FFF2-40B4-BE49-F238E27FC236}">
                <a16:creationId xmlns:a16="http://schemas.microsoft.com/office/drawing/2014/main" id="{D0F4E641-1667-40C6-B2B5-CADC1DCC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860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6" name="X 2 4">
            <a:extLst xmlns:a="http://schemas.openxmlformats.org/drawingml/2006/main">
              <a:ext uri="{FF2B5EF4-FFF2-40B4-BE49-F238E27FC236}">
                <a16:creationId xmlns:a16="http://schemas.microsoft.com/office/drawing/2014/main" id="{C824A61C-6188-4E59-BCED-7BACE56B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860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7" name="X 2 5">
            <a:extLst xmlns:a="http://schemas.openxmlformats.org/drawingml/2006/main">
              <a:ext uri="{FF2B5EF4-FFF2-40B4-BE49-F238E27FC236}">
                <a16:creationId xmlns:a16="http://schemas.microsoft.com/office/drawing/2014/main" id="{0745BCB8-9606-452E-B0C8-E3342714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860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8" name="X 3 0">
            <a:extLst xmlns:a="http://schemas.openxmlformats.org/drawingml/2006/main">
              <a:ext uri="{FF2B5EF4-FFF2-40B4-BE49-F238E27FC236}">
                <a16:creationId xmlns:a16="http://schemas.microsoft.com/office/drawing/2014/main" id="{760BBA44-2A83-4B42-AB80-C7058D0C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09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9" name="X 3 1">
            <a:extLst xmlns:a="http://schemas.openxmlformats.org/drawingml/2006/main">
              <a:ext uri="{FF2B5EF4-FFF2-40B4-BE49-F238E27FC236}">
                <a16:creationId xmlns:a16="http://schemas.microsoft.com/office/drawing/2014/main" id="{8D9F571D-7E0D-4212-91D7-864110BA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09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0" name="X 3 2">
            <a:extLst xmlns:a="http://schemas.openxmlformats.org/drawingml/2006/main">
              <a:ext uri="{FF2B5EF4-FFF2-40B4-BE49-F238E27FC236}">
                <a16:creationId xmlns:a16="http://schemas.microsoft.com/office/drawing/2014/main" id="{1F0ACCAC-C8C4-4EE0-B7D2-82C39054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09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1" name="X 3 3">
            <a:extLst xmlns:a="http://schemas.openxmlformats.org/drawingml/2006/main">
              <a:ext uri="{FF2B5EF4-FFF2-40B4-BE49-F238E27FC236}">
                <a16:creationId xmlns:a16="http://schemas.microsoft.com/office/drawing/2014/main" id="{B4600DA6-FA6A-4577-B5C4-A6FAC53C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09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2" name="X 3 4">
            <a:extLst xmlns:a="http://schemas.openxmlformats.org/drawingml/2006/main">
              <a:ext uri="{FF2B5EF4-FFF2-40B4-BE49-F238E27FC236}">
                <a16:creationId xmlns:a16="http://schemas.microsoft.com/office/drawing/2014/main" id="{09E49D66-15A6-4EFB-804A-EF8D51ED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9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3" name="X 3 5">
            <a:extLst xmlns:a="http://schemas.openxmlformats.org/drawingml/2006/main">
              <a:ext uri="{FF2B5EF4-FFF2-40B4-BE49-F238E27FC236}">
                <a16:creationId xmlns:a16="http://schemas.microsoft.com/office/drawing/2014/main" id="{9AAE3447-A277-412A-940D-D880F418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09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4" name="X 4 0">
            <a:extLst xmlns:a="http://schemas.openxmlformats.org/drawingml/2006/main">
              <a:ext uri="{FF2B5EF4-FFF2-40B4-BE49-F238E27FC236}">
                <a16:creationId xmlns:a16="http://schemas.microsoft.com/office/drawing/2014/main" id="{FE6027D1-16F5-4202-ADB0-D9641D8E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5337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5" name="X 4 1">
            <a:extLst xmlns:a="http://schemas.openxmlformats.org/drawingml/2006/main">
              <a:ext uri="{FF2B5EF4-FFF2-40B4-BE49-F238E27FC236}">
                <a16:creationId xmlns:a16="http://schemas.microsoft.com/office/drawing/2014/main" id="{D00AC582-ABF3-4E87-A677-E3834CC5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337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6" name="X 4 2">
            <a:extLst xmlns:a="http://schemas.openxmlformats.org/drawingml/2006/main">
              <a:ext uri="{FF2B5EF4-FFF2-40B4-BE49-F238E27FC236}">
                <a16:creationId xmlns:a16="http://schemas.microsoft.com/office/drawing/2014/main" id="{8B1F4A16-943B-45B5-8FB0-40137134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337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7" name="X 4 3">
            <a:extLst xmlns:a="http://schemas.openxmlformats.org/drawingml/2006/main">
              <a:ext uri="{FF2B5EF4-FFF2-40B4-BE49-F238E27FC236}">
                <a16:creationId xmlns:a16="http://schemas.microsoft.com/office/drawing/2014/main" id="{FA1CADFD-30BD-4501-AE68-4F231AB3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337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8" name="X 4 4">
            <a:extLst xmlns:a="http://schemas.openxmlformats.org/drawingml/2006/main">
              <a:ext uri="{FF2B5EF4-FFF2-40B4-BE49-F238E27FC236}">
                <a16:creationId xmlns:a16="http://schemas.microsoft.com/office/drawing/2014/main" id="{DEF40B05-6507-4522-A965-A14FA6DE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337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9" name="X 4 5">
            <a:extLst xmlns:a="http://schemas.openxmlformats.org/drawingml/2006/main">
              <a:ext uri="{FF2B5EF4-FFF2-40B4-BE49-F238E27FC236}">
                <a16:creationId xmlns:a16="http://schemas.microsoft.com/office/drawing/2014/main" id="{8B6ECE30-F71C-4C4E-AEAC-3A59040F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337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0" name="X 5 0">
            <a:extLst xmlns:a="http://schemas.openxmlformats.org/drawingml/2006/main">
              <a:ext uri="{FF2B5EF4-FFF2-40B4-BE49-F238E27FC236}">
                <a16:creationId xmlns:a16="http://schemas.microsoft.com/office/drawing/2014/main" id="{7D19C36E-038C-445E-91B8-AC3B40A2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576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1" name="X 5 1">
            <a:extLst xmlns:a="http://schemas.openxmlformats.org/drawingml/2006/main">
              <a:ext uri="{FF2B5EF4-FFF2-40B4-BE49-F238E27FC236}">
                <a16:creationId xmlns:a16="http://schemas.microsoft.com/office/drawing/2014/main" id="{FA2970D0-7DDE-4BF0-9548-537D1EBA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576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2" name="X 5 2">
            <a:extLst xmlns:a="http://schemas.openxmlformats.org/drawingml/2006/main">
              <a:ext uri="{FF2B5EF4-FFF2-40B4-BE49-F238E27FC236}">
                <a16:creationId xmlns:a16="http://schemas.microsoft.com/office/drawing/2014/main" id="{516CEE88-5D43-4606-B2E2-25A24C40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576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3" name="X 5 3">
            <a:extLst xmlns:a="http://schemas.openxmlformats.org/drawingml/2006/main">
              <a:ext uri="{FF2B5EF4-FFF2-40B4-BE49-F238E27FC236}">
                <a16:creationId xmlns:a16="http://schemas.microsoft.com/office/drawing/2014/main" id="{4B4858FC-9C97-4734-91CB-5DF53125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576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4" name="X 5 4">
            <a:extLst xmlns:a="http://schemas.openxmlformats.org/drawingml/2006/main">
              <a:ext uri="{FF2B5EF4-FFF2-40B4-BE49-F238E27FC236}">
                <a16:creationId xmlns:a16="http://schemas.microsoft.com/office/drawing/2014/main" id="{DA2DA815-F0C0-4E2C-AF88-6E1AD400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576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5" name="X 5 5">
            <a:extLst xmlns:a="http://schemas.openxmlformats.org/drawingml/2006/main">
              <a:ext uri="{FF2B5EF4-FFF2-40B4-BE49-F238E27FC236}">
                <a16:creationId xmlns:a16="http://schemas.microsoft.com/office/drawing/2014/main" id="{DF3F57A0-887A-4811-9FF3-FC799176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576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6" name="X 6 0">
            <a:extLst xmlns:a="http://schemas.openxmlformats.org/drawingml/2006/main">
              <a:ext uri="{FF2B5EF4-FFF2-40B4-BE49-F238E27FC236}">
                <a16:creationId xmlns:a16="http://schemas.microsoft.com/office/drawing/2014/main" id="{B81091A7-9635-442F-8093-40836BFA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1814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7" name="X 6 1">
            <a:extLst xmlns:a="http://schemas.openxmlformats.org/drawingml/2006/main">
              <a:ext uri="{FF2B5EF4-FFF2-40B4-BE49-F238E27FC236}">
                <a16:creationId xmlns:a16="http://schemas.microsoft.com/office/drawing/2014/main" id="{A21051D9-0282-44FE-B2D5-25549D68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1814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8" name="X 6 2">
            <a:extLst xmlns:a="http://schemas.openxmlformats.org/drawingml/2006/main">
              <a:ext uri="{FF2B5EF4-FFF2-40B4-BE49-F238E27FC236}">
                <a16:creationId xmlns:a16="http://schemas.microsoft.com/office/drawing/2014/main" id="{6195857C-80F7-4473-B39D-B352E966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814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9" name="X 6 3">
            <a:extLst xmlns:a="http://schemas.openxmlformats.org/drawingml/2006/main">
              <a:ext uri="{FF2B5EF4-FFF2-40B4-BE49-F238E27FC236}">
                <a16:creationId xmlns:a16="http://schemas.microsoft.com/office/drawing/2014/main" id="{9716F75D-49E6-4EA5-B5D4-3F7611D6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814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0" name="X 6 4">
            <a:extLst xmlns:a="http://schemas.openxmlformats.org/drawingml/2006/main">
              <a:ext uri="{FF2B5EF4-FFF2-40B4-BE49-F238E27FC236}">
                <a16:creationId xmlns:a16="http://schemas.microsoft.com/office/drawing/2014/main" id="{977C1F63-499B-4E0F-9408-9AD4D97B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814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1" name="X 6 5">
            <a:extLst xmlns:a="http://schemas.openxmlformats.org/drawingml/2006/main">
              <a:ext uri="{FF2B5EF4-FFF2-40B4-BE49-F238E27FC236}">
                <a16:creationId xmlns:a16="http://schemas.microsoft.com/office/drawing/2014/main" id="{C3338B34-094F-40B0-9BD1-C7E4BCF4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814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2" name="X 7 0">
            <a:extLst xmlns:a="http://schemas.openxmlformats.org/drawingml/2006/main">
              <a:ext uri="{FF2B5EF4-FFF2-40B4-BE49-F238E27FC236}">
                <a16:creationId xmlns:a16="http://schemas.microsoft.com/office/drawing/2014/main" id="{990DCAA9-DDBE-44BA-90C6-2A726821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5053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3" name="X 7 1">
            <a:extLst xmlns:a="http://schemas.openxmlformats.org/drawingml/2006/main">
              <a:ext uri="{FF2B5EF4-FFF2-40B4-BE49-F238E27FC236}">
                <a16:creationId xmlns:a16="http://schemas.microsoft.com/office/drawing/2014/main" id="{E2122BB4-E8FB-4AFE-9BE1-CB7E9E47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053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4" name="X 7 2">
            <a:extLst xmlns:a="http://schemas.openxmlformats.org/drawingml/2006/main">
              <a:ext uri="{FF2B5EF4-FFF2-40B4-BE49-F238E27FC236}">
                <a16:creationId xmlns:a16="http://schemas.microsoft.com/office/drawing/2014/main" id="{E78A5ABE-87BE-4F21-8876-A4461D20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053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5" name="X 7 3">
            <a:extLst xmlns:a="http://schemas.openxmlformats.org/drawingml/2006/main">
              <a:ext uri="{FF2B5EF4-FFF2-40B4-BE49-F238E27FC236}">
                <a16:creationId xmlns:a16="http://schemas.microsoft.com/office/drawing/2014/main" id="{BDD34CE4-B587-4324-9B47-0C658802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053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6" name="X 7 4">
            <a:extLst xmlns:a="http://schemas.openxmlformats.org/drawingml/2006/main">
              <a:ext uri="{FF2B5EF4-FFF2-40B4-BE49-F238E27FC236}">
                <a16:creationId xmlns:a16="http://schemas.microsoft.com/office/drawing/2014/main" id="{3C82A391-7CDA-4E1C-AF50-C3D80D5C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053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7" name="X 7 5">
            <a:extLst xmlns:a="http://schemas.openxmlformats.org/drawingml/2006/main">
              <a:ext uri="{FF2B5EF4-FFF2-40B4-BE49-F238E27FC236}">
                <a16:creationId xmlns:a16="http://schemas.microsoft.com/office/drawing/2014/main" id="{D5A3991F-C03C-4978-89B1-E92EA1E0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053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EBE7AF84-124B-4E6B-9F44-F3783B5B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1050" y="1457325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688E27F7-8A54-4F70-8B0B-A8C8728D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1050" y="1819275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m_loc × k</a:t>
            </a:r>
          </a:p>
        </p:txBody>
      </p:sp>
      <p:sp>
        <p:nvSpPr>
          <p:cNvPr id="140" name="Y 0 0">
            <a:extLst xmlns:a="http://schemas.openxmlformats.org/drawingml/2006/main">
              <a:ext uri="{FF2B5EF4-FFF2-40B4-BE49-F238E27FC236}">
                <a16:creationId xmlns:a16="http://schemas.microsoft.com/office/drawing/2014/main" id="{BA5068D8-AED5-4B35-B6A2-41731501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38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1" name="Y 0 1">
            <a:extLst xmlns:a="http://schemas.openxmlformats.org/drawingml/2006/main">
              <a:ext uri="{FF2B5EF4-FFF2-40B4-BE49-F238E27FC236}">
                <a16:creationId xmlns:a16="http://schemas.microsoft.com/office/drawing/2014/main" id="{07B64D5D-35FB-4A95-8D9B-00F773DE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38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2" name="Y 0 2">
            <a:extLst xmlns:a="http://schemas.openxmlformats.org/drawingml/2006/main">
              <a:ext uri="{FF2B5EF4-FFF2-40B4-BE49-F238E27FC236}">
                <a16:creationId xmlns:a16="http://schemas.microsoft.com/office/drawing/2014/main" id="{91DA9E6D-77A4-487C-85A9-FF112CEF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38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3" name="Y 0 3">
            <a:extLst xmlns:a="http://schemas.openxmlformats.org/drawingml/2006/main">
              <a:ext uri="{FF2B5EF4-FFF2-40B4-BE49-F238E27FC236}">
                <a16:creationId xmlns:a16="http://schemas.microsoft.com/office/drawing/2014/main" id="{1F31181F-D719-43A5-B6DF-5EFCAD81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238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4" name="Y 0 4">
            <a:extLst xmlns:a="http://schemas.openxmlformats.org/drawingml/2006/main">
              <a:ext uri="{FF2B5EF4-FFF2-40B4-BE49-F238E27FC236}">
                <a16:creationId xmlns:a16="http://schemas.microsoft.com/office/drawing/2014/main" id="{11C4B28E-3B25-43B7-B8B1-2F471787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238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5" name="Y 0 5">
            <a:extLst xmlns:a="http://schemas.openxmlformats.org/drawingml/2006/main">
              <a:ext uri="{FF2B5EF4-FFF2-40B4-BE49-F238E27FC236}">
                <a16:creationId xmlns:a16="http://schemas.microsoft.com/office/drawing/2014/main" id="{D991D51A-0426-4E71-96A9-A11DC5CD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238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6" name="Y 1 0">
            <a:extLst xmlns:a="http://schemas.openxmlformats.org/drawingml/2006/main">
              <a:ext uri="{FF2B5EF4-FFF2-40B4-BE49-F238E27FC236}">
                <a16:creationId xmlns:a16="http://schemas.microsoft.com/office/drawing/2014/main" id="{6B720969-074E-4C3A-B5B9-392BE936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7" name="Y 1 1">
            <a:extLst xmlns:a="http://schemas.openxmlformats.org/drawingml/2006/main">
              <a:ext uri="{FF2B5EF4-FFF2-40B4-BE49-F238E27FC236}">
                <a16:creationId xmlns:a16="http://schemas.microsoft.com/office/drawing/2014/main" id="{A062F756-18D3-40A0-B069-FF3A615A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622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8" name="Y 1 2">
            <a:extLst xmlns:a="http://schemas.openxmlformats.org/drawingml/2006/main">
              <a:ext uri="{FF2B5EF4-FFF2-40B4-BE49-F238E27FC236}">
                <a16:creationId xmlns:a16="http://schemas.microsoft.com/office/drawing/2014/main" id="{3835D31E-C9FB-44D3-B75A-22748E8B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622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9" name="Y 1 3">
            <a:extLst xmlns:a="http://schemas.openxmlformats.org/drawingml/2006/main">
              <a:ext uri="{FF2B5EF4-FFF2-40B4-BE49-F238E27FC236}">
                <a16:creationId xmlns:a16="http://schemas.microsoft.com/office/drawing/2014/main" id="{F6C4F2FB-3877-40E5-8ADD-F08C4B44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5622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0" name="Y 1 4">
            <a:extLst xmlns:a="http://schemas.openxmlformats.org/drawingml/2006/main">
              <a:ext uri="{FF2B5EF4-FFF2-40B4-BE49-F238E27FC236}">
                <a16:creationId xmlns:a16="http://schemas.microsoft.com/office/drawing/2014/main" id="{753AE88B-A75C-4629-BEBB-AB45B90F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5622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1" name="Y 1 5">
            <a:extLst xmlns:a="http://schemas.openxmlformats.org/drawingml/2006/main">
              <a:ext uri="{FF2B5EF4-FFF2-40B4-BE49-F238E27FC236}">
                <a16:creationId xmlns:a16="http://schemas.microsoft.com/office/drawing/2014/main" id="{472347A1-B041-4E8D-9B12-DDBB9389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5622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2" name="Y 2 0">
            <a:extLst xmlns:a="http://schemas.openxmlformats.org/drawingml/2006/main">
              <a:ext uri="{FF2B5EF4-FFF2-40B4-BE49-F238E27FC236}">
                <a16:creationId xmlns:a16="http://schemas.microsoft.com/office/drawing/2014/main" id="{955EB5C4-F2D1-4F5E-AAAC-9A234BF0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860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3" name="Y 2 1">
            <a:extLst xmlns:a="http://schemas.openxmlformats.org/drawingml/2006/main">
              <a:ext uri="{FF2B5EF4-FFF2-40B4-BE49-F238E27FC236}">
                <a16:creationId xmlns:a16="http://schemas.microsoft.com/office/drawing/2014/main" id="{7BB180EC-871C-41C6-982A-657B96CA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860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4" name="Y 2 2">
            <a:extLst xmlns:a="http://schemas.openxmlformats.org/drawingml/2006/main">
              <a:ext uri="{FF2B5EF4-FFF2-40B4-BE49-F238E27FC236}">
                <a16:creationId xmlns:a16="http://schemas.microsoft.com/office/drawing/2014/main" id="{9DC25941-1A78-4E92-A6D0-725F0A3A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860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5" name="Y 2 3">
            <a:extLst xmlns:a="http://schemas.openxmlformats.org/drawingml/2006/main">
              <a:ext uri="{FF2B5EF4-FFF2-40B4-BE49-F238E27FC236}">
                <a16:creationId xmlns:a16="http://schemas.microsoft.com/office/drawing/2014/main" id="{BA5B56FA-85DA-4FC3-A4AD-A19DC6F4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860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6" name="Y 2 4">
            <a:extLst xmlns:a="http://schemas.openxmlformats.org/drawingml/2006/main">
              <a:ext uri="{FF2B5EF4-FFF2-40B4-BE49-F238E27FC236}">
                <a16:creationId xmlns:a16="http://schemas.microsoft.com/office/drawing/2014/main" id="{BD3B79C8-F946-4F46-914E-4A8A1722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860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7" name="Y 2 5">
            <a:extLst xmlns:a="http://schemas.openxmlformats.org/drawingml/2006/main">
              <a:ext uri="{FF2B5EF4-FFF2-40B4-BE49-F238E27FC236}">
                <a16:creationId xmlns:a16="http://schemas.microsoft.com/office/drawing/2014/main" id="{8D993A5D-1316-4A76-9B72-FBE44F8E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860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8" name="Y 3 0">
            <a:extLst xmlns:a="http://schemas.openxmlformats.org/drawingml/2006/main">
              <a:ext uri="{FF2B5EF4-FFF2-40B4-BE49-F238E27FC236}">
                <a16:creationId xmlns:a16="http://schemas.microsoft.com/office/drawing/2014/main" id="{179810BC-647C-4872-929E-CF5E3D51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09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2F6"/>
          </a:solidFill>
          <a:ln xmlns:a="http://schemas.openxmlformats.org/drawingml/2006/main" w="11430">
            <a:solidFill>
              <a:srgbClr val="7147A6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y₀</a:t>
            </a:r>
          </a:p>
        </p:txBody>
      </p:sp>
      <p:sp>
        <p:nvSpPr>
          <p:cNvPr id="159" name="Y 3 1">
            <a:extLst xmlns:a="http://schemas.openxmlformats.org/drawingml/2006/main">
              <a:ext uri="{FF2B5EF4-FFF2-40B4-BE49-F238E27FC236}">
                <a16:creationId xmlns:a16="http://schemas.microsoft.com/office/drawing/2014/main" id="{3F0C2257-5CC9-4737-8C8F-4CF9532A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09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2F6"/>
          </a:solidFill>
          <a:ln xmlns:a="http://schemas.openxmlformats.org/drawingml/2006/main" w="11430">
            <a:solidFill>
              <a:srgbClr val="7147A6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0" name="Y 3 2">
            <a:extLst xmlns:a="http://schemas.openxmlformats.org/drawingml/2006/main">
              <a:ext uri="{FF2B5EF4-FFF2-40B4-BE49-F238E27FC236}">
                <a16:creationId xmlns:a16="http://schemas.microsoft.com/office/drawing/2014/main" id="{F4800F2B-CEE3-49CE-8802-17FEA955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09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2F6"/>
          </a:solidFill>
          <a:ln xmlns:a="http://schemas.openxmlformats.org/drawingml/2006/main" w="11430">
            <a:solidFill>
              <a:srgbClr val="7147A6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1" name="Y 3 3">
            <a:extLst xmlns:a="http://schemas.openxmlformats.org/drawingml/2006/main">
              <a:ext uri="{FF2B5EF4-FFF2-40B4-BE49-F238E27FC236}">
                <a16:creationId xmlns:a16="http://schemas.microsoft.com/office/drawing/2014/main" id="{0B8E6E18-73CE-41A3-AEF9-0B814B00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09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2F6"/>
          </a:solidFill>
          <a:ln xmlns:a="http://schemas.openxmlformats.org/drawingml/2006/main" w="11430">
            <a:solidFill>
              <a:srgbClr val="7147A6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2" name="Y 3 4">
            <a:extLst xmlns:a="http://schemas.openxmlformats.org/drawingml/2006/main">
              <a:ext uri="{FF2B5EF4-FFF2-40B4-BE49-F238E27FC236}">
                <a16:creationId xmlns:a16="http://schemas.microsoft.com/office/drawing/2014/main" id="{D3B98634-AA02-4059-A679-2816A17B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09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2F6"/>
          </a:solidFill>
          <a:ln xmlns:a="http://schemas.openxmlformats.org/drawingml/2006/main" w="11430">
            <a:solidFill>
              <a:srgbClr val="7147A6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3" name="Y 3 5">
            <a:extLst xmlns:a="http://schemas.openxmlformats.org/drawingml/2006/main">
              <a:ext uri="{FF2B5EF4-FFF2-40B4-BE49-F238E27FC236}">
                <a16:creationId xmlns:a16="http://schemas.microsoft.com/office/drawing/2014/main" id="{19DC3E44-B1DA-43D5-9081-71886682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209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2F6"/>
          </a:solidFill>
          <a:ln xmlns:a="http://schemas.openxmlformats.org/drawingml/2006/main" w="11430">
            <a:solidFill>
              <a:srgbClr val="7147A6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4" name="Y 4 0">
            <a:extLst xmlns:a="http://schemas.openxmlformats.org/drawingml/2006/main">
              <a:ext uri="{FF2B5EF4-FFF2-40B4-BE49-F238E27FC236}">
                <a16:creationId xmlns:a16="http://schemas.microsoft.com/office/drawing/2014/main" id="{FECD4439-86B8-466C-AE6C-31293914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337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5" name="Y 4 1">
            <a:extLst xmlns:a="http://schemas.openxmlformats.org/drawingml/2006/main">
              <a:ext uri="{FF2B5EF4-FFF2-40B4-BE49-F238E27FC236}">
                <a16:creationId xmlns:a16="http://schemas.microsoft.com/office/drawing/2014/main" id="{6307FF22-C377-4061-A21F-4B748235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337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6" name="Y 4 2">
            <a:extLst xmlns:a="http://schemas.openxmlformats.org/drawingml/2006/main">
              <a:ext uri="{FF2B5EF4-FFF2-40B4-BE49-F238E27FC236}">
                <a16:creationId xmlns:a16="http://schemas.microsoft.com/office/drawing/2014/main" id="{34F2A9AC-E686-4AB9-A943-D3EE6DE9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337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7" name="Y 4 3">
            <a:extLst xmlns:a="http://schemas.openxmlformats.org/drawingml/2006/main">
              <a:ext uri="{FF2B5EF4-FFF2-40B4-BE49-F238E27FC236}">
                <a16:creationId xmlns:a16="http://schemas.microsoft.com/office/drawing/2014/main" id="{8FBD7C2A-8E48-439B-910D-703473CB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5337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8" name="Y 4 4">
            <a:extLst xmlns:a="http://schemas.openxmlformats.org/drawingml/2006/main">
              <a:ext uri="{FF2B5EF4-FFF2-40B4-BE49-F238E27FC236}">
                <a16:creationId xmlns:a16="http://schemas.microsoft.com/office/drawing/2014/main" id="{7C8A940C-C452-4C76-BD07-DA42B82D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5337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9" name="Y 4 5">
            <a:extLst xmlns:a="http://schemas.openxmlformats.org/drawingml/2006/main">
              <a:ext uri="{FF2B5EF4-FFF2-40B4-BE49-F238E27FC236}">
                <a16:creationId xmlns:a16="http://schemas.microsoft.com/office/drawing/2014/main" id="{DDE36147-DEC0-4259-95AC-BE9758AB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5337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0" name="Y 5 0">
            <a:extLst xmlns:a="http://schemas.openxmlformats.org/drawingml/2006/main">
              <a:ext uri="{FF2B5EF4-FFF2-40B4-BE49-F238E27FC236}">
                <a16:creationId xmlns:a16="http://schemas.microsoft.com/office/drawing/2014/main" id="{39330A4F-529F-434D-8C1B-B4D74C5D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576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1" name="Y 5 1">
            <a:extLst xmlns:a="http://schemas.openxmlformats.org/drawingml/2006/main">
              <a:ext uri="{FF2B5EF4-FFF2-40B4-BE49-F238E27FC236}">
                <a16:creationId xmlns:a16="http://schemas.microsoft.com/office/drawing/2014/main" id="{F768D2B9-422B-4B4E-8774-DFD64073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576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2" name="Y 5 2">
            <a:extLst xmlns:a="http://schemas.openxmlformats.org/drawingml/2006/main">
              <a:ext uri="{FF2B5EF4-FFF2-40B4-BE49-F238E27FC236}">
                <a16:creationId xmlns:a16="http://schemas.microsoft.com/office/drawing/2014/main" id="{14850D55-E50C-4C19-B636-54451D57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576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3" name="Y 5 3">
            <a:extLst xmlns:a="http://schemas.openxmlformats.org/drawingml/2006/main">
              <a:ext uri="{FF2B5EF4-FFF2-40B4-BE49-F238E27FC236}">
                <a16:creationId xmlns:a16="http://schemas.microsoft.com/office/drawing/2014/main" id="{0013C2BA-3F8F-42C0-A826-7A7222F7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576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4" name="Y 5 4">
            <a:extLst xmlns:a="http://schemas.openxmlformats.org/drawingml/2006/main">
              <a:ext uri="{FF2B5EF4-FFF2-40B4-BE49-F238E27FC236}">
                <a16:creationId xmlns:a16="http://schemas.microsoft.com/office/drawing/2014/main" id="{099398B1-3438-4FF0-B52F-B1A8B52D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8576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5" name="Y 5 5">
            <a:extLst xmlns:a="http://schemas.openxmlformats.org/drawingml/2006/main">
              <a:ext uri="{FF2B5EF4-FFF2-40B4-BE49-F238E27FC236}">
                <a16:creationId xmlns:a16="http://schemas.microsoft.com/office/drawing/2014/main" id="{F057C3B9-EB22-407B-AFB1-EEA682E9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8576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6" name="Y 6 0">
            <a:extLst xmlns:a="http://schemas.openxmlformats.org/drawingml/2006/main">
              <a:ext uri="{FF2B5EF4-FFF2-40B4-BE49-F238E27FC236}">
                <a16:creationId xmlns:a16="http://schemas.microsoft.com/office/drawing/2014/main" id="{007BD218-16ED-41D8-ACF3-EED0D342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1814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7" name="Y 6 1">
            <a:extLst xmlns:a="http://schemas.openxmlformats.org/drawingml/2006/main">
              <a:ext uri="{FF2B5EF4-FFF2-40B4-BE49-F238E27FC236}">
                <a16:creationId xmlns:a16="http://schemas.microsoft.com/office/drawing/2014/main" id="{C3FE498E-290E-45CA-ACDA-726AF40D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814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8" name="Y 6 2">
            <a:extLst xmlns:a="http://schemas.openxmlformats.org/drawingml/2006/main">
              <a:ext uri="{FF2B5EF4-FFF2-40B4-BE49-F238E27FC236}">
                <a16:creationId xmlns:a16="http://schemas.microsoft.com/office/drawing/2014/main" id="{AAB4E784-655A-48AB-8107-7E2DAE50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814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9" name="Y 6 3">
            <a:extLst xmlns:a="http://schemas.openxmlformats.org/drawingml/2006/main">
              <a:ext uri="{FF2B5EF4-FFF2-40B4-BE49-F238E27FC236}">
                <a16:creationId xmlns:a16="http://schemas.microsoft.com/office/drawing/2014/main" id="{5D2954CD-D0E6-4D33-A4FA-F4849C45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1814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0" name="Y 6 4">
            <a:extLst xmlns:a="http://schemas.openxmlformats.org/drawingml/2006/main">
              <a:ext uri="{FF2B5EF4-FFF2-40B4-BE49-F238E27FC236}">
                <a16:creationId xmlns:a16="http://schemas.microsoft.com/office/drawing/2014/main" id="{535E4EB8-A8A8-482F-801F-5493178F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1814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1" name="Y 6 5">
            <a:extLst xmlns:a="http://schemas.openxmlformats.org/drawingml/2006/main">
              <a:ext uri="{FF2B5EF4-FFF2-40B4-BE49-F238E27FC236}">
                <a16:creationId xmlns:a16="http://schemas.microsoft.com/office/drawing/2014/main" id="{23A54D81-7918-4787-B06A-89427B9D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2" name="Y 7 0">
            <a:extLst xmlns:a="http://schemas.openxmlformats.org/drawingml/2006/main">
              <a:ext uri="{FF2B5EF4-FFF2-40B4-BE49-F238E27FC236}">
                <a16:creationId xmlns:a16="http://schemas.microsoft.com/office/drawing/2014/main" id="{02633C75-42B1-4E27-9C76-C45E8F54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053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3" name="Y 7 1">
            <a:extLst xmlns:a="http://schemas.openxmlformats.org/drawingml/2006/main">
              <a:ext uri="{FF2B5EF4-FFF2-40B4-BE49-F238E27FC236}">
                <a16:creationId xmlns:a16="http://schemas.microsoft.com/office/drawing/2014/main" id="{461B6A88-2B98-4B72-9D53-81EC1148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5053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4" name="Y 7 2">
            <a:extLst xmlns:a="http://schemas.openxmlformats.org/drawingml/2006/main">
              <a:ext uri="{FF2B5EF4-FFF2-40B4-BE49-F238E27FC236}">
                <a16:creationId xmlns:a16="http://schemas.microsoft.com/office/drawing/2014/main" id="{ABF0DFDC-DE60-4AF9-AFFF-59D1CBBC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053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5" name="Y 7 3">
            <a:extLst xmlns:a="http://schemas.openxmlformats.org/drawingml/2006/main">
              <a:ext uri="{FF2B5EF4-FFF2-40B4-BE49-F238E27FC236}">
                <a16:creationId xmlns:a16="http://schemas.microsoft.com/office/drawing/2014/main" id="{DC6C966B-E630-4FDC-8220-FC0737EA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5053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6" name="Y 7 4">
            <a:extLst xmlns:a="http://schemas.openxmlformats.org/drawingml/2006/main">
              <a:ext uri="{FF2B5EF4-FFF2-40B4-BE49-F238E27FC236}">
                <a16:creationId xmlns:a16="http://schemas.microsoft.com/office/drawing/2014/main" id="{0E1C8794-2A66-4BCF-8FFF-39DE65B1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5053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7" name="Y 7 5">
            <a:extLst xmlns:a="http://schemas.openxmlformats.org/drawingml/2006/main">
              <a:ext uri="{FF2B5EF4-FFF2-40B4-BE49-F238E27FC236}">
                <a16:creationId xmlns:a16="http://schemas.microsoft.com/office/drawing/2014/main" id="{D6EA4C36-1EE4-4C2D-95C5-727C2C43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5053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383939F7-50FF-4F32-80DD-B81FEA36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8150" y="319087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587084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02B0641C-F467-4F17-938C-C924772C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43825" y="319087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587084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E27357B3-7204-4AF0-AB1E-FFDF92DE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725" y="5353050"/>
            <a:ext cx="1714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2B78B8"/>
          </a:solidFill>
          <a:ln xmlns:a="http://schemas.openxmlformats.org/drawingml/2006/main" w="9525">
            <a:solidFill>
              <a:srgbClr val="2B78B8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warp i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4F5DB3C8-77FF-4ED5-83CC-7F66AD6F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486400"/>
            <a:ext cx="1047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5ACD1"/>
          </a:solidFill>
          <a:ln xmlns:a="http://schemas.openxmlformats.org/drawingml/2006/main" w="4763">
            <a:solidFill>
              <a:srgbClr val="75ACD1"/>
            </a:solidFill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4E530F14-8A0E-46A2-876B-0DBB9A90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0525" y="5324475"/>
            <a:ext cx="32385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DDECF7"/>
          </a:solidFill>
          <a:ln xmlns:a="http://schemas.openxmlformats.org/drawingml/2006/main" w="9525">
            <a:solidFill>
              <a:srgbClr val="75ACD1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32 lane dividono il ciclo su j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AB2716CF-4662-4D44-A74E-172A075C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86400"/>
            <a:ext cx="1047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47A6"/>
          </a:solidFill>
          <a:ln xmlns:a="http://schemas.openxmlformats.org/drawingml/2006/main" w="4763">
            <a:solidFill>
              <a:srgbClr val="7147A6"/>
            </a:solidFill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7A78D2C2-7250-4A3E-A324-F88F9554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5850" y="5353050"/>
            <a:ext cx="214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una riga Y[i,:]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EE935683-3476-4A4C-B600-8E6B70FC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62293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Vista logica: il layout fisico di X verrà confrontato nell’ultima tavola</a:t>
            </a:r>
          </a:p>
        </p:txBody>
      </p:sp>
    </p:spTree>
    <p:extLst>
      <p:ext uri="{BB962C8B-B14F-4D97-AF65-F5344CB8AC3E}">
        <p14:creationId xmlns:p14="http://schemas.microsoft.com/office/powerpoint/2010/main" val="12641615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Titolo">
            <a:extLst xmlns:a="http://schemas.openxmlformats.org/drawingml/2006/main">
              <a:ext uri="{FF2B5EF4-FFF2-40B4-BE49-F238E27FC236}">
                <a16:creationId xmlns:a16="http://schemas.microsoft.com/office/drawing/2014/main" id="{2181FBC7-8ED7-456F-94E1-FCF8006E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266700"/>
            <a:ext cx="11087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Le lane percorrono la dimensione j</a:t>
            </a:r>
          </a:p>
        </p:txBody>
      </p:sp>
      <p:sp>
        <p:nvSpPr>
          <p:cNvPr id="2" name="Sottotitolo">
            <a:extLst xmlns:a="http://schemas.openxmlformats.org/drawingml/2006/main">
              <a:ext uri="{FF2B5EF4-FFF2-40B4-BE49-F238E27FC236}">
                <a16:creationId xmlns:a16="http://schemas.microsoft.com/office/drawing/2014/main" id="{383F9F82-DD79-4F82-8946-A934B5DA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790575"/>
            <a:ext cx="1100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Al passo r, la lane ℓ usa j = 32r + ℓ</a:t>
            </a:r>
          </a:p>
        </p:txBody>
      </p:sp>
      <p:sp>
        <p:nvSpPr>
          <p:cNvPr id="3" name="Linea titolo">
            <a:extLst xmlns:a="http://schemas.openxmlformats.org/drawingml/2006/main">
              <a:ext uri="{FF2B5EF4-FFF2-40B4-BE49-F238E27FC236}">
                <a16:creationId xmlns:a16="http://schemas.microsoft.com/office/drawing/2014/main" id="{12234581-41C6-4D3D-9523-9B7EFDE1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8B8"/>
          </a:solidFill>
          <a:ln xmlns:a="http://schemas.openxmlformats.org/drawingml/2006/main" w="11430">
            <a:solidFill>
              <a:srgbClr val="2B78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5722D-97BD-408A-AB5E-18A4C12F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50495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riga A[i,:]</a:t>
            </a:r>
          </a:p>
        </p:txBody>
      </p:sp>
      <p:sp>
        <p:nvSpPr>
          <p:cNvPr id="5" name="Lane su A 0">
            <a:extLst xmlns:a="http://schemas.openxmlformats.org/drawingml/2006/main">
              <a:ext uri="{FF2B5EF4-FFF2-40B4-BE49-F238E27FC236}">
                <a16:creationId xmlns:a16="http://schemas.microsoft.com/office/drawing/2014/main" id="{2EE9D41B-4740-4AD4-8700-683F4CFB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1219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F7"/>
          </a:solidFill>
          <a:ln xmlns:a="http://schemas.openxmlformats.org/drawingml/2006/main" w="11430">
            <a:solidFill>
              <a:srgbClr val="2B78B8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lane 0</a:t>
            </a:r>
          </a:p>
          <a:p xmlns:a="http://schemas.openxmlformats.org/drawingml/2006/main">
            <a:pPr algn="ctr">
              <a:defRPr sz="1275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j = 32r + 0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0140A-935B-408D-9AF2-1FCF3D9D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38425"/>
            <a:ext cx="266700" cy="552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5ACD1"/>
          </a:solidFill>
          <a:ln xmlns:a="http://schemas.openxmlformats.org/drawingml/2006/main" w="4763">
            <a:solidFill>
              <a:srgbClr val="75ACD1"/>
            </a:solidFill>
          </a:ln>
        </p:spPr>
      </p:sp>
      <p:sp>
        <p:nvSpPr>
          <p:cNvPr id="7" name="Lane su A 1">
            <a:extLst xmlns:a="http://schemas.openxmlformats.org/drawingml/2006/main">
              <a:ext uri="{FF2B5EF4-FFF2-40B4-BE49-F238E27FC236}">
                <a16:creationId xmlns:a16="http://schemas.microsoft.com/office/drawing/2014/main" id="{4B04C0BA-91A7-44C9-B605-E0F61F78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952625"/>
            <a:ext cx="1219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8F5"/>
          </a:solidFill>
          <a:ln xmlns:a="http://schemas.openxmlformats.org/drawingml/2006/main" w="11430">
            <a:solidFill>
              <a:srgbClr val="2B78B8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lane 1</a:t>
            </a:r>
          </a:p>
          <a:p xmlns:a="http://schemas.openxmlformats.org/drawingml/2006/main">
            <a:pPr algn="ctr">
              <a:defRPr sz="1275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j = 32r + 1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34A7C-861F-4789-892F-0354F512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38425"/>
            <a:ext cx="266700" cy="552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5ACD1"/>
          </a:solidFill>
          <a:ln xmlns:a="http://schemas.openxmlformats.org/drawingml/2006/main" w="4763">
            <a:solidFill>
              <a:srgbClr val="75ACD1"/>
            </a:solidFill>
          </a:ln>
        </p:spPr>
      </p:sp>
      <p:sp>
        <p:nvSpPr>
          <p:cNvPr id="9" name="Lane su A 2">
            <a:extLst xmlns:a="http://schemas.openxmlformats.org/drawingml/2006/main">
              <a:ext uri="{FF2B5EF4-FFF2-40B4-BE49-F238E27FC236}">
                <a16:creationId xmlns:a16="http://schemas.microsoft.com/office/drawing/2014/main" id="{4EC09AD6-761A-436A-9C62-B1E30859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52625"/>
            <a:ext cx="1219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3F2"/>
          </a:solidFill>
          <a:ln xmlns:a="http://schemas.openxmlformats.org/drawingml/2006/main" w="11430">
            <a:solidFill>
              <a:srgbClr val="2B78B8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lane 2</a:t>
            </a:r>
          </a:p>
          <a:p xmlns:a="http://schemas.openxmlformats.org/drawingml/2006/main">
            <a:pPr algn="ctr">
              <a:defRPr sz="1275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j = 32r + 2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F922F-D5E2-4F97-B797-00C74600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638425"/>
            <a:ext cx="266700" cy="552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5ACD1"/>
          </a:solidFill>
          <a:ln xmlns:a="http://schemas.openxmlformats.org/drawingml/2006/main" w="4763">
            <a:solidFill>
              <a:srgbClr val="75ACD1"/>
            </a:solidFill>
          </a:ln>
        </p:spPr>
      </p:sp>
      <p:sp>
        <p:nvSpPr>
          <p:cNvPr id="11" name="Lane su A 3">
            <a:extLst xmlns:a="http://schemas.openxmlformats.org/drawingml/2006/main">
              <a:ext uri="{FF2B5EF4-FFF2-40B4-BE49-F238E27FC236}">
                <a16:creationId xmlns:a16="http://schemas.microsoft.com/office/drawing/2014/main" id="{CABB9F90-B6A0-4723-B5A8-5D1726D2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952625"/>
            <a:ext cx="1219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DDEF"/>
          </a:solidFill>
          <a:ln xmlns:a="http://schemas.openxmlformats.org/drawingml/2006/main" w="11430">
            <a:solidFill>
              <a:srgbClr val="2B78B8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lane 3</a:t>
            </a:r>
          </a:p>
          <a:p xmlns:a="http://schemas.openxmlformats.org/drawingml/2006/main">
            <a:pPr algn="ctr">
              <a:defRPr sz="1275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j = 32r + 3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83D926-983A-4507-81AA-2D4F2C2F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638425"/>
            <a:ext cx="266700" cy="552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5ACD1"/>
          </a:solidFill>
          <a:ln xmlns:a="http://schemas.openxmlformats.org/drawingml/2006/main" w="4763">
            <a:solidFill>
              <a:srgbClr val="75ACD1"/>
            </a:solidFill>
          </a:ln>
        </p:spPr>
      </p:sp>
      <p:sp>
        <p:nvSpPr>
          <p:cNvPr id="13" name="Lane su A 4">
            <a:extLst xmlns:a="http://schemas.openxmlformats.org/drawingml/2006/main">
              <a:ext uri="{FF2B5EF4-FFF2-40B4-BE49-F238E27FC236}">
                <a16:creationId xmlns:a16="http://schemas.microsoft.com/office/drawing/2014/main" id="{390B7E8B-AE46-4A4E-972D-4931F7F1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52625"/>
            <a:ext cx="1219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…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4" name="Lane su A 5">
            <a:extLst xmlns:a="http://schemas.openxmlformats.org/drawingml/2006/main">
              <a:ext uri="{FF2B5EF4-FFF2-40B4-BE49-F238E27FC236}">
                <a16:creationId xmlns:a16="http://schemas.microsoft.com/office/drawing/2014/main" id="{AFF8C52A-E8F8-4561-9854-FCDE2B4F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52625"/>
            <a:ext cx="1219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4E9"/>
          </a:solidFill>
          <a:ln xmlns:a="http://schemas.openxmlformats.org/drawingml/2006/main" w="11430">
            <a:solidFill>
              <a:srgbClr val="2B78B8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lane 29</a:t>
            </a:r>
          </a:p>
          <a:p xmlns:a="http://schemas.openxmlformats.org/drawingml/2006/main">
            <a:pPr algn="ctr">
              <a:defRPr sz="1275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j = 32r + 29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9DE4A4-A1B3-4DDF-A4D0-FE12EE6C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38425"/>
            <a:ext cx="266700" cy="552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5ACD1"/>
          </a:solidFill>
          <a:ln xmlns:a="http://schemas.openxmlformats.org/drawingml/2006/main" w="4763">
            <a:solidFill>
              <a:srgbClr val="75ACD1"/>
            </a:solidFill>
          </a:ln>
        </p:spPr>
      </p:sp>
      <p:sp>
        <p:nvSpPr>
          <p:cNvPr id="16" name="Lane su A 6">
            <a:extLst xmlns:a="http://schemas.openxmlformats.org/drawingml/2006/main">
              <a:ext uri="{FF2B5EF4-FFF2-40B4-BE49-F238E27FC236}">
                <a16:creationId xmlns:a16="http://schemas.microsoft.com/office/drawing/2014/main" id="{CCC405B5-14E4-48AE-960F-49154222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52625"/>
            <a:ext cx="1219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D0E6"/>
          </a:solidFill>
          <a:ln xmlns:a="http://schemas.openxmlformats.org/drawingml/2006/main" w="11430">
            <a:solidFill>
              <a:srgbClr val="2B78B8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lane 30</a:t>
            </a:r>
          </a:p>
          <a:p xmlns:a="http://schemas.openxmlformats.org/drawingml/2006/main">
            <a:pPr algn="ctr">
              <a:defRPr sz="1275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j = 32r + 30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3977E1-3607-4AE5-B78A-0BA424BE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38425"/>
            <a:ext cx="266700" cy="552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5ACD1"/>
          </a:solidFill>
          <a:ln xmlns:a="http://schemas.openxmlformats.org/drawingml/2006/main" w="4763">
            <a:solidFill>
              <a:srgbClr val="75ACD1"/>
            </a:solidFill>
          </a:ln>
        </p:spPr>
      </p:sp>
      <p:sp>
        <p:nvSpPr>
          <p:cNvPr id="18" name="Lane su A 7">
            <a:extLst xmlns:a="http://schemas.openxmlformats.org/drawingml/2006/main">
              <a:ext uri="{FF2B5EF4-FFF2-40B4-BE49-F238E27FC236}">
                <a16:creationId xmlns:a16="http://schemas.microsoft.com/office/drawing/2014/main" id="{48AFCD82-0156-4118-9B56-25A33712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952625"/>
            <a:ext cx="1219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CAE2"/>
          </a:solidFill>
          <a:ln xmlns:a="http://schemas.openxmlformats.org/drawingml/2006/main" w="11430">
            <a:solidFill>
              <a:srgbClr val="2B78B8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lane 31</a:t>
            </a:r>
          </a:p>
          <a:p xmlns:a="http://schemas.openxmlformats.org/drawingml/2006/main">
            <a:pPr algn="ctr">
              <a:defRPr sz="1275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j = 32r + 31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6E28F3-2B4A-4383-AB78-7FD51850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638425"/>
            <a:ext cx="266700" cy="552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5ACD1"/>
          </a:solidFill>
          <a:ln xmlns:a="http://schemas.openxmlformats.org/drawingml/2006/main" w="4763">
            <a:solidFill>
              <a:srgbClr val="75ACD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2C24B6-0E32-4FAD-B239-E7184870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1623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9866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866E"/>
                </a:solidFill>
                <a:latin typeface="Arial"/>
                <a:ea typeface="Arial"/>
                <a:cs typeface="Arial"/>
              </a:rPr>
              <a:t>riga logica corrispondente di X</a:t>
            </a:r>
          </a:p>
        </p:txBody>
      </p:sp>
      <p:sp>
        <p:nvSpPr>
          <p:cNvPr id="21" name="Riga X lane 0 colonna 0">
            <a:extLst xmlns:a="http://schemas.openxmlformats.org/drawingml/2006/main">
              <a:ext uri="{FF2B5EF4-FFF2-40B4-BE49-F238E27FC236}">
                <a16:creationId xmlns:a16="http://schemas.microsoft.com/office/drawing/2014/main" id="{B8B6F2CE-5FE8-40F7-BE63-1C9678CF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5623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X[j0,0]</a:t>
            </a:r>
          </a:p>
        </p:txBody>
      </p:sp>
      <p:sp>
        <p:nvSpPr>
          <p:cNvPr id="22" name="Riga X lane 0 colonna 1">
            <a:extLst xmlns:a="http://schemas.openxmlformats.org/drawingml/2006/main">
              <a:ext uri="{FF2B5EF4-FFF2-40B4-BE49-F238E27FC236}">
                <a16:creationId xmlns:a16="http://schemas.microsoft.com/office/drawing/2014/main" id="{3C3C93AE-2392-4DFE-9B40-E302970A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623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Riga X lane 0 colonna 2">
            <a:extLst xmlns:a="http://schemas.openxmlformats.org/drawingml/2006/main">
              <a:ext uri="{FF2B5EF4-FFF2-40B4-BE49-F238E27FC236}">
                <a16:creationId xmlns:a16="http://schemas.microsoft.com/office/drawing/2014/main" id="{10E61B13-525D-496A-8B98-61447F1D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623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Riga X lane 0 colonna 3">
            <a:extLst xmlns:a="http://schemas.openxmlformats.org/drawingml/2006/main">
              <a:ext uri="{FF2B5EF4-FFF2-40B4-BE49-F238E27FC236}">
                <a16:creationId xmlns:a16="http://schemas.microsoft.com/office/drawing/2014/main" id="{2CD38245-D879-4127-8C35-C58E3A44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623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25" name="Riga X lane 0 colonna 4">
            <a:extLst xmlns:a="http://schemas.openxmlformats.org/drawingml/2006/main">
              <a:ext uri="{FF2B5EF4-FFF2-40B4-BE49-F238E27FC236}">
                <a16:creationId xmlns:a16="http://schemas.microsoft.com/office/drawing/2014/main" id="{BB9BF6B5-6AC7-4FCD-AEB5-E7D361EC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623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Riga X lane 0 colonna 5">
            <a:extLst xmlns:a="http://schemas.openxmlformats.org/drawingml/2006/main">
              <a:ext uri="{FF2B5EF4-FFF2-40B4-BE49-F238E27FC236}">
                <a16:creationId xmlns:a16="http://schemas.microsoft.com/office/drawing/2014/main" id="{9926BBAC-610F-42B9-8E02-E90401E4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623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Riga X lane 0 colonna 6">
            <a:extLst xmlns:a="http://schemas.openxmlformats.org/drawingml/2006/main">
              <a:ext uri="{FF2B5EF4-FFF2-40B4-BE49-F238E27FC236}">
                <a16:creationId xmlns:a16="http://schemas.microsoft.com/office/drawing/2014/main" id="{B4C8EFE8-93F0-4035-A1C0-5F5B62A0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623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X[j0,k−1]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146DF4-6467-44CC-B305-6EAF2EB8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56235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B78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B78B8"/>
                </a:solidFill>
                <a:latin typeface="Arial"/>
                <a:ea typeface="Arial"/>
                <a:cs typeface="Arial"/>
              </a:rPr>
              <a:t>lane 0</a:t>
            </a:r>
          </a:p>
        </p:txBody>
      </p:sp>
      <p:sp>
        <p:nvSpPr>
          <p:cNvPr id="29" name="Riga X lane 1 colonna 0">
            <a:extLst xmlns:a="http://schemas.openxmlformats.org/drawingml/2006/main">
              <a:ext uri="{FF2B5EF4-FFF2-40B4-BE49-F238E27FC236}">
                <a16:creationId xmlns:a16="http://schemas.microsoft.com/office/drawing/2014/main" id="{4CB10B04-6B02-4CD8-B18B-6495A1CA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88620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X[j1,0]</a:t>
            </a:r>
          </a:p>
        </p:txBody>
      </p:sp>
      <p:sp>
        <p:nvSpPr>
          <p:cNvPr id="30" name="Riga X lane 1 colonna 1">
            <a:extLst xmlns:a="http://schemas.openxmlformats.org/drawingml/2006/main">
              <a:ext uri="{FF2B5EF4-FFF2-40B4-BE49-F238E27FC236}">
                <a16:creationId xmlns:a16="http://schemas.microsoft.com/office/drawing/2014/main" id="{B54CD305-3AFA-416F-A147-4BECD66F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88620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Riga X lane 1 colonna 2">
            <a:extLst xmlns:a="http://schemas.openxmlformats.org/drawingml/2006/main">
              <a:ext uri="{FF2B5EF4-FFF2-40B4-BE49-F238E27FC236}">
                <a16:creationId xmlns:a16="http://schemas.microsoft.com/office/drawing/2014/main" id="{9F9B5E21-A727-44FB-BCA5-826CA2B7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8620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Riga X lane 1 colonna 3">
            <a:extLst xmlns:a="http://schemas.openxmlformats.org/drawingml/2006/main">
              <a:ext uri="{FF2B5EF4-FFF2-40B4-BE49-F238E27FC236}">
                <a16:creationId xmlns:a16="http://schemas.microsoft.com/office/drawing/2014/main" id="{303A8BEC-D70C-4EB1-8B88-A9BDD499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88620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33" name="Riga X lane 1 colonna 4">
            <a:extLst xmlns:a="http://schemas.openxmlformats.org/drawingml/2006/main">
              <a:ext uri="{FF2B5EF4-FFF2-40B4-BE49-F238E27FC236}">
                <a16:creationId xmlns:a16="http://schemas.microsoft.com/office/drawing/2014/main" id="{E1D276B5-E971-44D8-AF63-B2E7F199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8620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Riga X lane 1 colonna 5">
            <a:extLst xmlns:a="http://schemas.openxmlformats.org/drawingml/2006/main">
              <a:ext uri="{FF2B5EF4-FFF2-40B4-BE49-F238E27FC236}">
                <a16:creationId xmlns:a16="http://schemas.microsoft.com/office/drawing/2014/main" id="{964888C0-45EC-4D07-82C2-BC83A196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8620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Riga X lane 1 colonna 6">
            <a:extLst xmlns:a="http://schemas.openxmlformats.org/drawingml/2006/main">
              <a:ext uri="{FF2B5EF4-FFF2-40B4-BE49-F238E27FC236}">
                <a16:creationId xmlns:a16="http://schemas.microsoft.com/office/drawing/2014/main" id="{BD5757E3-DAF3-483B-B0CD-36F14747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8620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X[j1,k−1]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63C367-A6C0-4E85-8D88-CBE02714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88620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B78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B78B8"/>
                </a:solidFill>
                <a:latin typeface="Arial"/>
                <a:ea typeface="Arial"/>
                <a:cs typeface="Arial"/>
              </a:rPr>
              <a:t>lane 1</a:t>
            </a:r>
          </a:p>
        </p:txBody>
      </p:sp>
      <p:sp>
        <p:nvSpPr>
          <p:cNvPr id="37" name="Riga X lane 2 colonna 0">
            <a:extLst xmlns:a="http://schemas.openxmlformats.org/drawingml/2006/main">
              <a:ext uri="{FF2B5EF4-FFF2-40B4-BE49-F238E27FC236}">
                <a16:creationId xmlns:a16="http://schemas.microsoft.com/office/drawing/2014/main" id="{3B17A4AA-39DE-4A0C-9C5D-E1783BAC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2100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X[j2,0]</a:t>
            </a:r>
          </a:p>
        </p:txBody>
      </p:sp>
      <p:sp>
        <p:nvSpPr>
          <p:cNvPr id="38" name="Riga X lane 2 colonna 1">
            <a:extLst xmlns:a="http://schemas.openxmlformats.org/drawingml/2006/main">
              <a:ext uri="{FF2B5EF4-FFF2-40B4-BE49-F238E27FC236}">
                <a16:creationId xmlns:a16="http://schemas.microsoft.com/office/drawing/2014/main" id="{BBA74D53-54B1-47F1-926B-055D1F19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100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9" name="Riga X lane 2 colonna 2">
            <a:extLst xmlns:a="http://schemas.openxmlformats.org/drawingml/2006/main">
              <a:ext uri="{FF2B5EF4-FFF2-40B4-BE49-F238E27FC236}">
                <a16:creationId xmlns:a16="http://schemas.microsoft.com/office/drawing/2014/main" id="{972836B2-2119-465C-81A6-9F90E921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100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Riga X lane 2 colonna 3">
            <a:extLst xmlns:a="http://schemas.openxmlformats.org/drawingml/2006/main">
              <a:ext uri="{FF2B5EF4-FFF2-40B4-BE49-F238E27FC236}">
                <a16:creationId xmlns:a16="http://schemas.microsoft.com/office/drawing/2014/main" id="{5A615AAD-27CA-4329-B3BF-EB60BE58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100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41" name="Riga X lane 2 colonna 4">
            <a:extLst xmlns:a="http://schemas.openxmlformats.org/drawingml/2006/main">
              <a:ext uri="{FF2B5EF4-FFF2-40B4-BE49-F238E27FC236}">
                <a16:creationId xmlns:a16="http://schemas.microsoft.com/office/drawing/2014/main" id="{EA12CD81-60CF-483A-9D6B-58EA11BA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100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2" name="Riga X lane 2 colonna 5">
            <a:extLst xmlns:a="http://schemas.openxmlformats.org/drawingml/2006/main">
              <a:ext uri="{FF2B5EF4-FFF2-40B4-BE49-F238E27FC236}">
                <a16:creationId xmlns:a16="http://schemas.microsoft.com/office/drawing/2014/main" id="{DEFD861D-3282-4908-9CDE-6FE7206A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100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3" name="Riga X lane 2 colonna 6">
            <a:extLst xmlns:a="http://schemas.openxmlformats.org/drawingml/2006/main">
              <a:ext uri="{FF2B5EF4-FFF2-40B4-BE49-F238E27FC236}">
                <a16:creationId xmlns:a16="http://schemas.microsoft.com/office/drawing/2014/main" id="{14BD3C2F-FEA6-4CA9-9B81-420CBBA2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2100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X[j2,k−1]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BBC3349-7BAB-489E-8AB7-7ADD8051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421005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B78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B78B8"/>
                </a:solidFill>
                <a:latin typeface="Arial"/>
                <a:ea typeface="Arial"/>
                <a:cs typeface="Arial"/>
              </a:rPr>
              <a:t>lane 2</a:t>
            </a:r>
          </a:p>
        </p:txBody>
      </p:sp>
      <p:sp>
        <p:nvSpPr>
          <p:cNvPr id="45" name="Riga X lane 3 colonna 0">
            <a:extLst xmlns:a="http://schemas.openxmlformats.org/drawingml/2006/main">
              <a:ext uri="{FF2B5EF4-FFF2-40B4-BE49-F238E27FC236}">
                <a16:creationId xmlns:a16="http://schemas.microsoft.com/office/drawing/2014/main" id="{6D50377B-3B70-4DE5-B0B1-16E7D24D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53390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X[j3,0]</a:t>
            </a:r>
          </a:p>
        </p:txBody>
      </p:sp>
      <p:sp>
        <p:nvSpPr>
          <p:cNvPr id="46" name="Riga X lane 3 colonna 1">
            <a:extLst xmlns:a="http://schemas.openxmlformats.org/drawingml/2006/main">
              <a:ext uri="{FF2B5EF4-FFF2-40B4-BE49-F238E27FC236}">
                <a16:creationId xmlns:a16="http://schemas.microsoft.com/office/drawing/2014/main" id="{F1A1BCD7-4206-4B4C-B378-7032FCB4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53390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7" name="Riga X lane 3 colonna 2">
            <a:extLst xmlns:a="http://schemas.openxmlformats.org/drawingml/2006/main">
              <a:ext uri="{FF2B5EF4-FFF2-40B4-BE49-F238E27FC236}">
                <a16:creationId xmlns:a16="http://schemas.microsoft.com/office/drawing/2014/main" id="{8B998241-E9AD-4260-88DA-544F405E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3390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8" name="Riga X lane 3 colonna 3">
            <a:extLst xmlns:a="http://schemas.openxmlformats.org/drawingml/2006/main">
              <a:ext uri="{FF2B5EF4-FFF2-40B4-BE49-F238E27FC236}">
                <a16:creationId xmlns:a16="http://schemas.microsoft.com/office/drawing/2014/main" id="{697FDB52-C5A9-42EB-ACC0-50DFD76F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53390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49" name="Riga X lane 3 colonna 4">
            <a:extLst xmlns:a="http://schemas.openxmlformats.org/drawingml/2006/main">
              <a:ext uri="{FF2B5EF4-FFF2-40B4-BE49-F238E27FC236}">
                <a16:creationId xmlns:a16="http://schemas.microsoft.com/office/drawing/2014/main" id="{8B51516F-8FC9-47F6-BD07-E2C93F6D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3390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0" name="Riga X lane 3 colonna 5">
            <a:extLst xmlns:a="http://schemas.openxmlformats.org/drawingml/2006/main">
              <a:ext uri="{FF2B5EF4-FFF2-40B4-BE49-F238E27FC236}">
                <a16:creationId xmlns:a16="http://schemas.microsoft.com/office/drawing/2014/main" id="{B1D974F0-96C2-4B89-B586-7B542227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3390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1" name="Riga X lane 3 colonna 6">
            <a:extLst xmlns:a="http://schemas.openxmlformats.org/drawingml/2006/main">
              <a:ext uri="{FF2B5EF4-FFF2-40B4-BE49-F238E27FC236}">
                <a16:creationId xmlns:a16="http://schemas.microsoft.com/office/drawing/2014/main" id="{342F5CC0-B0BD-4364-98E6-EB17C9BF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53390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X[j3,k−1]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365FF31-D63A-48AE-82D8-C886DE86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453390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B78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B78B8"/>
                </a:solidFill>
                <a:latin typeface="Arial"/>
                <a:ea typeface="Arial"/>
                <a:cs typeface="Arial"/>
              </a:rPr>
              <a:t>lane 3</a:t>
            </a:r>
          </a:p>
        </p:txBody>
      </p:sp>
      <p:sp>
        <p:nvSpPr>
          <p:cNvPr id="53" name="Riga X lane 4 colonna 0">
            <a:extLst xmlns:a="http://schemas.openxmlformats.org/drawingml/2006/main">
              <a:ext uri="{FF2B5EF4-FFF2-40B4-BE49-F238E27FC236}">
                <a16:creationId xmlns:a16="http://schemas.microsoft.com/office/drawing/2014/main" id="{97855036-2560-4FC4-965F-48E65071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8577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⋮</a:t>
            </a:r>
          </a:p>
        </p:txBody>
      </p:sp>
      <p:sp>
        <p:nvSpPr>
          <p:cNvPr id="54" name="Riga X lane 4 colonna 1">
            <a:extLst xmlns:a="http://schemas.openxmlformats.org/drawingml/2006/main">
              <a:ext uri="{FF2B5EF4-FFF2-40B4-BE49-F238E27FC236}">
                <a16:creationId xmlns:a16="http://schemas.microsoft.com/office/drawing/2014/main" id="{6024D97B-C30D-4F77-99DE-7F1B453E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577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5" name="Riga X lane 4 colonna 2">
            <a:extLst xmlns:a="http://schemas.openxmlformats.org/drawingml/2006/main">
              <a:ext uri="{FF2B5EF4-FFF2-40B4-BE49-F238E27FC236}">
                <a16:creationId xmlns:a16="http://schemas.microsoft.com/office/drawing/2014/main" id="{5DA855D9-7A77-4BD9-A81E-019C0F3F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577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6" name="Riga X lane 4 colonna 3">
            <a:extLst xmlns:a="http://schemas.openxmlformats.org/drawingml/2006/main">
              <a:ext uri="{FF2B5EF4-FFF2-40B4-BE49-F238E27FC236}">
                <a16:creationId xmlns:a16="http://schemas.microsoft.com/office/drawing/2014/main" id="{1F1232E0-DD11-44BA-91BA-62E874D1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8577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57" name="Riga X lane 4 colonna 4">
            <a:extLst xmlns:a="http://schemas.openxmlformats.org/drawingml/2006/main">
              <a:ext uri="{FF2B5EF4-FFF2-40B4-BE49-F238E27FC236}">
                <a16:creationId xmlns:a16="http://schemas.microsoft.com/office/drawing/2014/main" id="{F2F0743E-A4D7-4AD3-AD17-7060FDB3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577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8" name="Riga X lane 4 colonna 5">
            <a:extLst xmlns:a="http://schemas.openxmlformats.org/drawingml/2006/main">
              <a:ext uri="{FF2B5EF4-FFF2-40B4-BE49-F238E27FC236}">
                <a16:creationId xmlns:a16="http://schemas.microsoft.com/office/drawing/2014/main" id="{74341954-25DB-45A5-90B3-82165838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8577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9" name="Riga X lane 4 colonna 6">
            <a:extLst xmlns:a="http://schemas.openxmlformats.org/drawingml/2006/main">
              <a:ext uri="{FF2B5EF4-FFF2-40B4-BE49-F238E27FC236}">
                <a16:creationId xmlns:a16="http://schemas.microsoft.com/office/drawing/2014/main" id="{B5CCB5DD-D080-4A59-9D57-AA03B449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8577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⋮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02A0F0A-E081-4174-BB32-FA44B377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485775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61" name="Riga X lane 5 colonna 0">
            <a:extLst xmlns:a="http://schemas.openxmlformats.org/drawingml/2006/main">
              <a:ext uri="{FF2B5EF4-FFF2-40B4-BE49-F238E27FC236}">
                <a16:creationId xmlns:a16="http://schemas.microsoft.com/office/drawing/2014/main" id="{B1FBB7B7-ADBD-4266-925F-F04EF9BD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18160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X[j29,0]</a:t>
            </a:r>
          </a:p>
        </p:txBody>
      </p:sp>
      <p:sp>
        <p:nvSpPr>
          <p:cNvPr id="62" name="Riga X lane 5 colonna 1">
            <a:extLst xmlns:a="http://schemas.openxmlformats.org/drawingml/2006/main">
              <a:ext uri="{FF2B5EF4-FFF2-40B4-BE49-F238E27FC236}">
                <a16:creationId xmlns:a16="http://schemas.microsoft.com/office/drawing/2014/main" id="{ACE32410-AE11-4324-AAF1-E407CDF2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18160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Riga X lane 5 colonna 2">
            <a:extLst xmlns:a="http://schemas.openxmlformats.org/drawingml/2006/main">
              <a:ext uri="{FF2B5EF4-FFF2-40B4-BE49-F238E27FC236}">
                <a16:creationId xmlns:a16="http://schemas.microsoft.com/office/drawing/2014/main" id="{76EAA4BD-CFA5-4D9B-B731-7E42A1D8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8160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Riga X lane 5 colonna 3">
            <a:extLst xmlns:a="http://schemas.openxmlformats.org/drawingml/2006/main">
              <a:ext uri="{FF2B5EF4-FFF2-40B4-BE49-F238E27FC236}">
                <a16:creationId xmlns:a16="http://schemas.microsoft.com/office/drawing/2014/main" id="{0327820A-DB1A-4759-89E5-7C0FF0FE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18160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65" name="Riga X lane 5 colonna 4">
            <a:extLst xmlns:a="http://schemas.openxmlformats.org/drawingml/2006/main">
              <a:ext uri="{FF2B5EF4-FFF2-40B4-BE49-F238E27FC236}">
                <a16:creationId xmlns:a16="http://schemas.microsoft.com/office/drawing/2014/main" id="{160857F4-B8C9-4771-9F33-818E0138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18160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6" name="Riga X lane 5 colonna 5">
            <a:extLst xmlns:a="http://schemas.openxmlformats.org/drawingml/2006/main">
              <a:ext uri="{FF2B5EF4-FFF2-40B4-BE49-F238E27FC236}">
                <a16:creationId xmlns:a16="http://schemas.microsoft.com/office/drawing/2014/main" id="{02A395C2-6A25-444E-B0DD-EAC7DC97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18160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Riga X lane 5 colonna 6">
            <a:extLst xmlns:a="http://schemas.openxmlformats.org/drawingml/2006/main">
              <a:ext uri="{FF2B5EF4-FFF2-40B4-BE49-F238E27FC236}">
                <a16:creationId xmlns:a16="http://schemas.microsoft.com/office/drawing/2014/main" id="{1AD0D046-9016-4A7B-8FA2-9C741759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18160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X[j29,k−1]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85023F6-7969-4A85-BEDC-E21128B4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18160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B78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B78B8"/>
                </a:solidFill>
                <a:latin typeface="Arial"/>
                <a:ea typeface="Arial"/>
                <a:cs typeface="Arial"/>
              </a:rPr>
              <a:t>lane 29</a:t>
            </a:r>
          </a:p>
        </p:txBody>
      </p:sp>
      <p:sp>
        <p:nvSpPr>
          <p:cNvPr id="69" name="Riga X lane 6 colonna 0">
            <a:extLst xmlns:a="http://schemas.openxmlformats.org/drawingml/2006/main">
              <a:ext uri="{FF2B5EF4-FFF2-40B4-BE49-F238E27FC236}">
                <a16:creationId xmlns:a16="http://schemas.microsoft.com/office/drawing/2014/main" id="{DD43313A-911F-475F-8196-3706528F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5054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X[j30,0]</a:t>
            </a:r>
          </a:p>
        </p:txBody>
      </p:sp>
      <p:sp>
        <p:nvSpPr>
          <p:cNvPr id="70" name="Riga X lane 6 colonna 1">
            <a:extLst xmlns:a="http://schemas.openxmlformats.org/drawingml/2006/main">
              <a:ext uri="{FF2B5EF4-FFF2-40B4-BE49-F238E27FC236}">
                <a16:creationId xmlns:a16="http://schemas.microsoft.com/office/drawing/2014/main" id="{AAB577A7-5B53-4680-9453-8A3BCCF5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5054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Riga X lane 6 colonna 2">
            <a:extLst xmlns:a="http://schemas.openxmlformats.org/drawingml/2006/main">
              <a:ext uri="{FF2B5EF4-FFF2-40B4-BE49-F238E27FC236}">
                <a16:creationId xmlns:a16="http://schemas.microsoft.com/office/drawing/2014/main" id="{7A31AC9E-E920-490E-946A-1B19050C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054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2" name="Riga X lane 6 colonna 3">
            <a:extLst xmlns:a="http://schemas.openxmlformats.org/drawingml/2006/main">
              <a:ext uri="{FF2B5EF4-FFF2-40B4-BE49-F238E27FC236}">
                <a16:creationId xmlns:a16="http://schemas.microsoft.com/office/drawing/2014/main" id="{19AE0B43-E8EB-435B-AAB4-26BBC160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5054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73" name="Riga X lane 6 colonna 4">
            <a:extLst xmlns:a="http://schemas.openxmlformats.org/drawingml/2006/main">
              <a:ext uri="{FF2B5EF4-FFF2-40B4-BE49-F238E27FC236}">
                <a16:creationId xmlns:a16="http://schemas.microsoft.com/office/drawing/2014/main" id="{6BBAAA66-EA61-410A-8A5C-85B91272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5054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4" name="Riga X lane 6 colonna 5">
            <a:extLst xmlns:a="http://schemas.openxmlformats.org/drawingml/2006/main">
              <a:ext uri="{FF2B5EF4-FFF2-40B4-BE49-F238E27FC236}">
                <a16:creationId xmlns:a16="http://schemas.microsoft.com/office/drawing/2014/main" id="{E4A94BE6-97B0-4C70-B810-902C158C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5054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5" name="Riga X lane 6 colonna 6">
            <a:extLst xmlns:a="http://schemas.openxmlformats.org/drawingml/2006/main">
              <a:ext uri="{FF2B5EF4-FFF2-40B4-BE49-F238E27FC236}">
                <a16:creationId xmlns:a16="http://schemas.microsoft.com/office/drawing/2014/main" id="{D0F362BF-2635-4965-8AD3-B3E41E61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5054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X[j30,k−1]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8103101-391F-4C49-9F8B-98D20C27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50545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B78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B78B8"/>
                </a:solidFill>
                <a:latin typeface="Arial"/>
                <a:ea typeface="Arial"/>
                <a:cs typeface="Arial"/>
              </a:rPr>
              <a:t>lane 30</a:t>
            </a:r>
          </a:p>
        </p:txBody>
      </p:sp>
      <p:sp>
        <p:nvSpPr>
          <p:cNvPr id="77" name="Riga X lane 7 colonna 0">
            <a:extLst xmlns:a="http://schemas.openxmlformats.org/drawingml/2006/main">
              <a:ext uri="{FF2B5EF4-FFF2-40B4-BE49-F238E27FC236}">
                <a16:creationId xmlns:a16="http://schemas.microsoft.com/office/drawing/2014/main" id="{E40D6C55-FF5C-409D-A647-6BA884E2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82930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X[j31,0]</a:t>
            </a:r>
          </a:p>
        </p:txBody>
      </p:sp>
      <p:sp>
        <p:nvSpPr>
          <p:cNvPr id="78" name="Riga X lane 7 colonna 1">
            <a:extLst xmlns:a="http://schemas.openxmlformats.org/drawingml/2006/main">
              <a:ext uri="{FF2B5EF4-FFF2-40B4-BE49-F238E27FC236}">
                <a16:creationId xmlns:a16="http://schemas.microsoft.com/office/drawing/2014/main" id="{66F37D2A-5348-48B8-BA97-918FC453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82930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9" name="Riga X lane 7 colonna 2">
            <a:extLst xmlns:a="http://schemas.openxmlformats.org/drawingml/2006/main">
              <a:ext uri="{FF2B5EF4-FFF2-40B4-BE49-F238E27FC236}">
                <a16:creationId xmlns:a16="http://schemas.microsoft.com/office/drawing/2014/main" id="{54182FFA-28AB-429F-875C-D4134B6B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2930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Riga X lane 7 colonna 3">
            <a:extLst xmlns:a="http://schemas.openxmlformats.org/drawingml/2006/main">
              <a:ext uri="{FF2B5EF4-FFF2-40B4-BE49-F238E27FC236}">
                <a16:creationId xmlns:a16="http://schemas.microsoft.com/office/drawing/2014/main" id="{08532C54-A9DE-4A0B-99B2-788EA6DA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82930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81" name="Riga X lane 7 colonna 4">
            <a:extLst xmlns:a="http://schemas.openxmlformats.org/drawingml/2006/main">
              <a:ext uri="{FF2B5EF4-FFF2-40B4-BE49-F238E27FC236}">
                <a16:creationId xmlns:a16="http://schemas.microsoft.com/office/drawing/2014/main" id="{54AC3DDD-0E82-4AEA-BAD0-12B8815A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82930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Riga X lane 7 colonna 5">
            <a:extLst xmlns:a="http://schemas.openxmlformats.org/drawingml/2006/main">
              <a:ext uri="{FF2B5EF4-FFF2-40B4-BE49-F238E27FC236}">
                <a16:creationId xmlns:a16="http://schemas.microsoft.com/office/drawing/2014/main" id="{38B51556-921D-4F68-8A60-512ACAAC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82930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3" name="Riga X lane 7 colonna 6">
            <a:extLst xmlns:a="http://schemas.openxmlformats.org/drawingml/2006/main">
              <a:ext uri="{FF2B5EF4-FFF2-40B4-BE49-F238E27FC236}">
                <a16:creationId xmlns:a16="http://schemas.microsoft.com/office/drawing/2014/main" id="{6BF2E3CC-E7E7-4D3C-B0A2-BF937231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82930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X[j31,k−1]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43756F8-FE89-4498-A6D0-C1EE3E31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82930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B78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B78B8"/>
                </a:solidFill>
                <a:latin typeface="Arial"/>
                <a:ea typeface="Arial"/>
                <a:cs typeface="Arial"/>
              </a:rPr>
              <a:t>lane 31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5EDEC13-8BC8-46FA-9517-BD9501D5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0" y="622935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Ogni lane carica un elemento A[i,j] e la riga logica X[j,:]</a:t>
            </a:r>
          </a:p>
        </p:txBody>
      </p:sp>
    </p:spTree>
    <p:extLst>
      <p:ext uri="{BB962C8B-B14F-4D97-AF65-F5344CB8AC3E}">
        <p14:creationId xmlns:p14="http://schemas.microsoft.com/office/powerpoint/2010/main" val="5491523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itolo">
            <a:extLst xmlns:a="http://schemas.openxmlformats.org/drawingml/2006/main">
              <a:ext uri="{FF2B5EF4-FFF2-40B4-BE49-F238E27FC236}">
                <a16:creationId xmlns:a16="http://schemas.microsoft.com/office/drawing/2014/main" id="{8E0D5E50-8CBC-4569-929D-C10199D3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266700"/>
            <a:ext cx="11087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Ordine dei cicli nel kernel</a:t>
            </a:r>
          </a:p>
        </p:txBody>
      </p:sp>
      <p:sp>
        <p:nvSpPr>
          <p:cNvPr id="2" name="Sottotitolo">
            <a:extLst xmlns:a="http://schemas.openxmlformats.org/drawingml/2006/main">
              <a:ext uri="{FF2B5EF4-FFF2-40B4-BE49-F238E27FC236}">
                <a16:creationId xmlns:a16="http://schemas.microsoft.com/office/drawing/2014/main" id="{49BE6D26-A2EB-433D-A26D-F166A247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790575"/>
            <a:ext cx="1100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Una singola lane riusa A[i,j] su tutte le k colonne prima di avanzare a j + 32</a:t>
            </a:r>
          </a:p>
        </p:txBody>
      </p:sp>
      <p:sp>
        <p:nvSpPr>
          <p:cNvPr id="3" name="Linea titolo">
            <a:extLst xmlns:a="http://schemas.openxmlformats.org/drawingml/2006/main">
              <a:ext uri="{FF2B5EF4-FFF2-40B4-BE49-F238E27FC236}">
                <a16:creationId xmlns:a16="http://schemas.microsoft.com/office/drawing/2014/main" id="{1D733651-1334-491F-8D0F-A1680D31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8B8"/>
          </a:solidFill>
          <a:ln xmlns:a="http://schemas.openxmlformats.org/drawingml/2006/main" w="11430">
            <a:solidFill>
              <a:srgbClr val="2B78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128A0D-5CFE-4D89-9A47-7FEA2507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609725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36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B78B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B78B8"/>
                </a:solidFill>
                <a:latin typeface="Arial"/>
                <a:ea typeface="Arial"/>
                <a:cs typeface="Arial"/>
              </a:rPr>
              <a:t>ciclo esterno su j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4FD987-C322-4B0B-BB9E-664B9EF8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2019300"/>
            <a:ext cx="15049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2B78B8"/>
          </a:solidFill>
          <a:ln xmlns:a="http://schemas.openxmlformats.org/drawingml/2006/main" w="9525">
            <a:solidFill>
              <a:srgbClr val="2B78B8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9144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 += 32</a:t>
            </a:r>
          </a:p>
        </p:txBody>
      </p:sp>
      <p:sp>
        <p:nvSpPr>
          <p:cNvPr id="6" name="Iterazione r 0">
            <a:extLst xmlns:a="http://schemas.openxmlformats.org/drawingml/2006/main">
              <a:ext uri="{FF2B5EF4-FFF2-40B4-BE49-F238E27FC236}">
                <a16:creationId xmlns:a16="http://schemas.microsoft.com/office/drawing/2014/main" id="{9AA8B5AF-7E13-4CD9-B982-8988F5EA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028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8B8"/>
          </a:solidFill>
          <a:ln xmlns:a="http://schemas.openxmlformats.org/drawingml/2006/main" w="9525">
            <a:solidFill>
              <a:srgbClr val="2B78B8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A iterazione 0">
            <a:extLst xmlns:a="http://schemas.openxmlformats.org/drawingml/2006/main">
              <a:ext uri="{FF2B5EF4-FFF2-40B4-BE49-F238E27FC236}">
                <a16:creationId xmlns:a16="http://schemas.microsoft.com/office/drawing/2014/main" id="{9CA82CDC-9DD1-47D5-B45C-7F1EC264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1375" y="1809750"/>
            <a:ext cx="16192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DECF7"/>
          </a:solidFill>
          <a:ln xmlns:a="http://schemas.openxmlformats.org/drawingml/2006/main" w="14288">
            <a:solidFill>
              <a:srgbClr val="2B78B8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A[i, ℓ]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197990-F80F-4E63-A446-DE82E6E9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4450" y="1866900"/>
            <a:ext cx="514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87084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9" name="X r 0 c 0">
            <a:extLst xmlns:a="http://schemas.openxmlformats.org/drawingml/2006/main">
              <a:ext uri="{FF2B5EF4-FFF2-40B4-BE49-F238E27FC236}">
                <a16:creationId xmlns:a16="http://schemas.microsoft.com/office/drawing/2014/main" id="{BBA2B7FD-C967-4589-8729-0946AE4F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847850"/>
            <a:ext cx="1028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X[j,0]</a:t>
            </a:r>
          </a:p>
        </p:txBody>
      </p:sp>
      <p:sp>
        <p:nvSpPr>
          <p:cNvPr id="10" name="X r 0 c 1">
            <a:extLst xmlns:a="http://schemas.openxmlformats.org/drawingml/2006/main">
              <a:ext uri="{FF2B5EF4-FFF2-40B4-BE49-F238E27FC236}">
                <a16:creationId xmlns:a16="http://schemas.microsoft.com/office/drawing/2014/main" id="{A8CE8652-10B7-4147-9414-BE4E8804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847850"/>
            <a:ext cx="1028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X[j,1]</a:t>
            </a:r>
          </a:p>
        </p:txBody>
      </p:sp>
      <p:sp>
        <p:nvSpPr>
          <p:cNvPr id="11" name="X r 0 c 2">
            <a:extLst xmlns:a="http://schemas.openxmlformats.org/drawingml/2006/main">
              <a:ext uri="{FF2B5EF4-FFF2-40B4-BE49-F238E27FC236}">
                <a16:creationId xmlns:a16="http://schemas.microsoft.com/office/drawing/2014/main" id="{E8B4AE75-3FD1-48FF-A7DD-F0994B75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47850"/>
            <a:ext cx="1028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2" name="X r 0 c 3">
            <a:extLst xmlns:a="http://schemas.openxmlformats.org/drawingml/2006/main">
              <a:ext uri="{FF2B5EF4-FFF2-40B4-BE49-F238E27FC236}">
                <a16:creationId xmlns:a16="http://schemas.microsoft.com/office/drawing/2014/main" id="{5EDE142D-0548-4C11-8651-BBAEED04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847850"/>
            <a:ext cx="1028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X[j,k−2]</a:t>
            </a:r>
          </a:p>
        </p:txBody>
      </p:sp>
      <p:sp>
        <p:nvSpPr>
          <p:cNvPr id="13" name="X r 0 c 4">
            <a:extLst xmlns:a="http://schemas.openxmlformats.org/drawingml/2006/main">
              <a:ext uri="{FF2B5EF4-FFF2-40B4-BE49-F238E27FC236}">
                <a16:creationId xmlns:a16="http://schemas.microsoft.com/office/drawing/2014/main" id="{07DA7E12-67A8-4815-A31C-6AE4E668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47850"/>
            <a:ext cx="1028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X[j,k−1]</a:t>
            </a:r>
          </a:p>
        </p:txBody>
      </p:sp>
      <p:sp>
        <p:nvSpPr>
          <p:cNvPr id="14" name="Ciclo interno 0">
            <a:extLst xmlns:a="http://schemas.openxmlformats.org/drawingml/2006/main">
              <a:ext uri="{FF2B5EF4-FFF2-40B4-BE49-F238E27FC236}">
                <a16:creationId xmlns:a16="http://schemas.microsoft.com/office/drawing/2014/main" id="{E4CC3630-471B-4360-8D3F-215D98CB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43050"/>
            <a:ext cx="4953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B22"/>
          </a:solidFill>
          <a:ln xmlns:a="http://schemas.openxmlformats.org/drawingml/2006/main" w="4763">
            <a:solidFill>
              <a:srgbClr val="D96B2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5986E7-E073-47F4-BFDC-9EA036AD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7075" y="1276350"/>
            <a:ext cx="2628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6B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6B22"/>
                </a:solidFill>
                <a:latin typeface="Arial"/>
                <a:ea typeface="Arial"/>
                <a:cs typeface="Arial"/>
              </a:rPr>
              <a:t>ciclo interno su c</a:t>
            </a:r>
          </a:p>
        </p:txBody>
      </p:sp>
      <p:sp>
        <p:nvSpPr>
          <p:cNvPr id="16" name="Iterazione r 1">
            <a:extLst xmlns:a="http://schemas.openxmlformats.org/drawingml/2006/main">
              <a:ext uri="{FF2B5EF4-FFF2-40B4-BE49-F238E27FC236}">
                <a16:creationId xmlns:a16="http://schemas.microsoft.com/office/drawing/2014/main" id="{E49797F1-AAED-4AAA-B57C-B9F298CD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81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8B8"/>
          </a:solidFill>
          <a:ln xmlns:a="http://schemas.openxmlformats.org/drawingml/2006/main" w="9525">
            <a:solidFill>
              <a:srgbClr val="2B78B8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" name="A iterazione 1">
            <a:extLst xmlns:a="http://schemas.openxmlformats.org/drawingml/2006/main">
              <a:ext uri="{FF2B5EF4-FFF2-40B4-BE49-F238E27FC236}">
                <a16:creationId xmlns:a16="http://schemas.microsoft.com/office/drawing/2014/main" id="{6B2907B8-ED00-40A6-93F1-A279089D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1375" y="3362325"/>
            <a:ext cx="16192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DECF7"/>
          </a:solidFill>
          <a:ln xmlns:a="http://schemas.openxmlformats.org/drawingml/2006/main" w="14288">
            <a:solidFill>
              <a:srgbClr val="2B78B8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A[i, ℓ + 32]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3A8F59-C375-4905-B7F2-68B786E8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4450" y="3419475"/>
            <a:ext cx="514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87084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9" name="X r 1 c 0">
            <a:extLst xmlns:a="http://schemas.openxmlformats.org/drawingml/2006/main">
              <a:ext uri="{FF2B5EF4-FFF2-40B4-BE49-F238E27FC236}">
                <a16:creationId xmlns:a16="http://schemas.microsoft.com/office/drawing/2014/main" id="{A7CD5C6A-E8D4-4F8E-9EB0-CB265358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400425"/>
            <a:ext cx="1028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X[j,0]</a:t>
            </a:r>
          </a:p>
        </p:txBody>
      </p:sp>
      <p:sp>
        <p:nvSpPr>
          <p:cNvPr id="20" name="X r 1 c 1">
            <a:extLst xmlns:a="http://schemas.openxmlformats.org/drawingml/2006/main">
              <a:ext uri="{FF2B5EF4-FFF2-40B4-BE49-F238E27FC236}">
                <a16:creationId xmlns:a16="http://schemas.microsoft.com/office/drawing/2014/main" id="{4E5664CD-92F0-41B0-B23D-90BB3948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400425"/>
            <a:ext cx="1028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X[j,1]</a:t>
            </a:r>
          </a:p>
        </p:txBody>
      </p:sp>
      <p:sp>
        <p:nvSpPr>
          <p:cNvPr id="21" name="X r 1 c 2">
            <a:extLst xmlns:a="http://schemas.openxmlformats.org/drawingml/2006/main">
              <a:ext uri="{FF2B5EF4-FFF2-40B4-BE49-F238E27FC236}">
                <a16:creationId xmlns:a16="http://schemas.microsoft.com/office/drawing/2014/main" id="{049DE460-C3A7-4993-8776-AA8272EF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00425"/>
            <a:ext cx="1028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22" name="X r 1 c 3">
            <a:extLst xmlns:a="http://schemas.openxmlformats.org/drawingml/2006/main">
              <a:ext uri="{FF2B5EF4-FFF2-40B4-BE49-F238E27FC236}">
                <a16:creationId xmlns:a16="http://schemas.microsoft.com/office/drawing/2014/main" id="{64E16BFA-6643-462E-97FC-1D064C79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400425"/>
            <a:ext cx="1028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X[j,k−2]</a:t>
            </a:r>
          </a:p>
        </p:txBody>
      </p:sp>
      <p:sp>
        <p:nvSpPr>
          <p:cNvPr id="23" name="X r 1 c 4">
            <a:extLst xmlns:a="http://schemas.openxmlformats.org/drawingml/2006/main">
              <a:ext uri="{FF2B5EF4-FFF2-40B4-BE49-F238E27FC236}">
                <a16:creationId xmlns:a16="http://schemas.microsoft.com/office/drawing/2014/main" id="{EC8FEB28-D9D6-49DE-AD1D-4292D329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400425"/>
            <a:ext cx="1028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X[j,k−1]</a:t>
            </a:r>
          </a:p>
        </p:txBody>
      </p:sp>
      <p:sp>
        <p:nvSpPr>
          <p:cNvPr id="24" name="Ciclo interno 1">
            <a:extLst xmlns:a="http://schemas.openxmlformats.org/drawingml/2006/main">
              <a:ext uri="{FF2B5EF4-FFF2-40B4-BE49-F238E27FC236}">
                <a16:creationId xmlns:a16="http://schemas.microsoft.com/office/drawing/2014/main" id="{1A72AD13-8D08-4B36-8183-F1D4E93C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95625"/>
            <a:ext cx="4953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B22"/>
          </a:solidFill>
          <a:ln xmlns:a="http://schemas.openxmlformats.org/drawingml/2006/main" w="4763">
            <a:solidFill>
              <a:srgbClr val="D96B2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53E03D-3ED3-4217-9494-2B957B30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7075" y="2828925"/>
            <a:ext cx="2628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6B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6B22"/>
                </a:solidFill>
                <a:latin typeface="Arial"/>
                <a:ea typeface="Arial"/>
                <a:cs typeface="Arial"/>
              </a:rPr>
              <a:t>ciclo interno su c</a:t>
            </a:r>
          </a:p>
        </p:txBody>
      </p:sp>
      <p:sp>
        <p:nvSpPr>
          <p:cNvPr id="26" name="Iterazione r 2">
            <a:extLst xmlns:a="http://schemas.openxmlformats.org/drawingml/2006/main">
              <a:ext uri="{FF2B5EF4-FFF2-40B4-BE49-F238E27FC236}">
                <a16:creationId xmlns:a16="http://schemas.microsoft.com/office/drawing/2014/main" id="{039E8F5E-55B4-42B2-9577-60601DBE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1339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8B8"/>
          </a:solidFill>
          <a:ln xmlns:a="http://schemas.openxmlformats.org/drawingml/2006/main" w="9525">
            <a:solidFill>
              <a:srgbClr val="2B78B8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7" name="A iterazione 2">
            <a:extLst xmlns:a="http://schemas.openxmlformats.org/drawingml/2006/main">
              <a:ext uri="{FF2B5EF4-FFF2-40B4-BE49-F238E27FC236}">
                <a16:creationId xmlns:a16="http://schemas.microsoft.com/office/drawing/2014/main" id="{3F89F566-20E8-4BAC-A821-3B29176C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1375" y="4914900"/>
            <a:ext cx="16192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DECF7"/>
          </a:solidFill>
          <a:ln xmlns:a="http://schemas.openxmlformats.org/drawingml/2006/main" w="14288">
            <a:solidFill>
              <a:srgbClr val="2B78B8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A[i, ℓ + 64]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46668C-E29F-4931-8E40-C47263F3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4450" y="4972050"/>
            <a:ext cx="514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87084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9" name="X r 2 c 0">
            <a:extLst xmlns:a="http://schemas.openxmlformats.org/drawingml/2006/main">
              <a:ext uri="{FF2B5EF4-FFF2-40B4-BE49-F238E27FC236}">
                <a16:creationId xmlns:a16="http://schemas.microsoft.com/office/drawing/2014/main" id="{8BDEA3DE-F8C7-4F21-9ACB-27FE1C5D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953000"/>
            <a:ext cx="1028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X[j,0]</a:t>
            </a:r>
          </a:p>
        </p:txBody>
      </p:sp>
      <p:sp>
        <p:nvSpPr>
          <p:cNvPr id="30" name="X r 2 c 1">
            <a:extLst xmlns:a="http://schemas.openxmlformats.org/drawingml/2006/main">
              <a:ext uri="{FF2B5EF4-FFF2-40B4-BE49-F238E27FC236}">
                <a16:creationId xmlns:a16="http://schemas.microsoft.com/office/drawing/2014/main" id="{C18D68BB-7F3C-40BA-8138-76BD39FA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953000"/>
            <a:ext cx="1028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X[j,1]</a:t>
            </a:r>
          </a:p>
        </p:txBody>
      </p:sp>
      <p:sp>
        <p:nvSpPr>
          <p:cNvPr id="31" name="X r 2 c 2">
            <a:extLst xmlns:a="http://schemas.openxmlformats.org/drawingml/2006/main">
              <a:ext uri="{FF2B5EF4-FFF2-40B4-BE49-F238E27FC236}">
                <a16:creationId xmlns:a16="http://schemas.microsoft.com/office/drawing/2014/main" id="{D358066D-84D7-4FAA-A4EC-087D9312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53000"/>
            <a:ext cx="1028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32" name="X r 2 c 3">
            <a:extLst xmlns:a="http://schemas.openxmlformats.org/drawingml/2006/main">
              <a:ext uri="{FF2B5EF4-FFF2-40B4-BE49-F238E27FC236}">
                <a16:creationId xmlns:a16="http://schemas.microsoft.com/office/drawing/2014/main" id="{48F64C6E-A3EE-40DE-A63E-BFB62F16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953000"/>
            <a:ext cx="1028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X[j,k−2]</a:t>
            </a:r>
          </a:p>
        </p:txBody>
      </p:sp>
      <p:sp>
        <p:nvSpPr>
          <p:cNvPr id="33" name="X r 2 c 4">
            <a:extLst xmlns:a="http://schemas.openxmlformats.org/drawingml/2006/main">
              <a:ext uri="{FF2B5EF4-FFF2-40B4-BE49-F238E27FC236}">
                <a16:creationId xmlns:a16="http://schemas.microsoft.com/office/drawing/2014/main" id="{DB8C756D-89F4-4395-983F-52B0979F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953000"/>
            <a:ext cx="1028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X[j,k−1]</a:t>
            </a:r>
          </a:p>
        </p:txBody>
      </p:sp>
      <p:sp>
        <p:nvSpPr>
          <p:cNvPr id="34" name="Ciclo interno 2">
            <a:extLst xmlns:a="http://schemas.openxmlformats.org/drawingml/2006/main">
              <a:ext uri="{FF2B5EF4-FFF2-40B4-BE49-F238E27FC236}">
                <a16:creationId xmlns:a16="http://schemas.microsoft.com/office/drawing/2014/main" id="{C595DF34-656C-4FED-8C01-5F477553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48200"/>
            <a:ext cx="4953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B22"/>
          </a:solidFill>
          <a:ln xmlns:a="http://schemas.openxmlformats.org/drawingml/2006/main" w="4763">
            <a:solidFill>
              <a:srgbClr val="D96B22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EBAE27-FC59-42B1-AA2B-561C2853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7075" y="4381500"/>
            <a:ext cx="2628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6B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6B22"/>
                </a:solidFill>
                <a:latin typeface="Arial"/>
                <a:ea typeface="Arial"/>
                <a:cs typeface="Arial"/>
              </a:rPr>
              <a:t>ciclo interno su 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442B88-BF29-4F9D-8A00-0EA0E924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638425"/>
            <a:ext cx="209550" cy="542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78B8"/>
          </a:solidFill>
          <a:ln xmlns:a="http://schemas.openxmlformats.org/drawingml/2006/main" w="4763">
            <a:solidFill>
              <a:srgbClr val="2B78B8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0585EA-36CD-417D-9E7F-0FCBEE4B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191000"/>
            <a:ext cx="209550" cy="542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78B8"/>
          </a:solidFill>
          <a:ln xmlns:a="http://schemas.openxmlformats.org/drawingml/2006/main" w="4763">
            <a:solidFill>
              <a:srgbClr val="2B78B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C208DF-C55B-4043-97FA-AEB2F231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26479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r = 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E6B5E1-4629-42CE-A9F5-018E9E99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42005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r = 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58D725-107B-43A3-BD23-6FEA9D89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8102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8934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B78B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B78B8"/>
                </a:solidFill>
                <a:latin typeface="Arial"/>
                <a:ea typeface="Arial"/>
                <a:cs typeface="Arial"/>
              </a:rPr>
              <a:t>continua finché j &lt; n_loc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5F335F-E980-438D-BF2A-E40FDAC1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2350" y="6238875"/>
            <a:ext cx="779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Arancio: c varia più velocemente. Blu: la lane passa al proprio j successivo.</a:t>
            </a:r>
          </a:p>
        </p:txBody>
      </p:sp>
    </p:spTree>
    <p:extLst>
      <p:ext uri="{BB962C8B-B14F-4D97-AF65-F5344CB8AC3E}">
        <p14:creationId xmlns:p14="http://schemas.microsoft.com/office/powerpoint/2010/main" val="11457096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Titolo">
            <a:extLst xmlns:a="http://schemas.openxmlformats.org/drawingml/2006/main">
              <a:ext uri="{FF2B5EF4-FFF2-40B4-BE49-F238E27FC236}">
                <a16:creationId xmlns:a16="http://schemas.microsoft.com/office/drawing/2014/main" id="{B1D27484-419B-4075-989D-FF678DBE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266700"/>
            <a:ext cx="11087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Accumulatori privati per lane</a:t>
            </a:r>
          </a:p>
        </p:txBody>
      </p:sp>
      <p:sp>
        <p:nvSpPr>
          <p:cNvPr id="2" name="Sottotitolo">
            <a:extLst xmlns:a="http://schemas.openxmlformats.org/drawingml/2006/main">
              <a:ext uri="{FF2B5EF4-FFF2-40B4-BE49-F238E27FC236}">
                <a16:creationId xmlns:a16="http://schemas.microsoft.com/office/drawing/2014/main" id="{2E723212-E008-48DB-8206-FA8CC7A5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790575"/>
            <a:ext cx="1100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Ogni lane mantiene un vettore di k somme parziali nei registri</a:t>
            </a:r>
          </a:p>
        </p:txBody>
      </p:sp>
      <p:sp>
        <p:nvSpPr>
          <p:cNvPr id="3" name="Linea titolo">
            <a:extLst xmlns:a="http://schemas.openxmlformats.org/drawingml/2006/main">
              <a:ext uri="{FF2B5EF4-FFF2-40B4-BE49-F238E27FC236}">
                <a16:creationId xmlns:a16="http://schemas.microsoft.com/office/drawing/2014/main" id="{8D40CCEB-C7D9-4B33-8856-2C3349FD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8B8"/>
          </a:solidFill>
          <a:ln xmlns:a="http://schemas.openxmlformats.org/drawingml/2006/main" w="11430">
            <a:solidFill>
              <a:srgbClr val="2B78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6827F7-4F7B-45D6-830A-9A3137A0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1676400"/>
            <a:ext cx="13811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DDECF7"/>
          </a:solidFill>
          <a:ln xmlns:a="http://schemas.openxmlformats.org/drawingml/2006/main" w="14288">
            <a:solidFill>
              <a:srgbClr val="2B78B8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A[i,j]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B80B7-EDE6-4072-8A19-3CCCE95B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" y="2276475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B78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B78B8"/>
                </a:solidFill>
                <a:latin typeface="Arial"/>
                <a:ea typeface="Arial"/>
                <a:cs typeface="Arial"/>
              </a:rPr>
              <a:t>riusato k volte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236DB-5155-4900-8EAD-A50DACAD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8875" y="1704975"/>
            <a:ext cx="53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87084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7" name="Vettore X 0">
            <a:extLst xmlns:a="http://schemas.openxmlformats.org/drawingml/2006/main">
              <a:ext uri="{FF2B5EF4-FFF2-40B4-BE49-F238E27FC236}">
                <a16:creationId xmlns:a16="http://schemas.microsoft.com/office/drawing/2014/main" id="{C38DEE57-1317-42F3-A235-19EC0957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657350"/>
            <a:ext cx="13049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X[j,0]</a:t>
            </a:r>
          </a:p>
        </p:txBody>
      </p:sp>
      <p:sp>
        <p:nvSpPr>
          <p:cNvPr id="8" name="Vettore X 1">
            <a:extLst xmlns:a="http://schemas.openxmlformats.org/drawingml/2006/main">
              <a:ext uri="{FF2B5EF4-FFF2-40B4-BE49-F238E27FC236}">
                <a16:creationId xmlns:a16="http://schemas.microsoft.com/office/drawing/2014/main" id="{BE9B0425-BB86-4FA8-A551-04DB9E48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57350"/>
            <a:ext cx="13049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X[j,1]</a:t>
            </a:r>
          </a:p>
        </p:txBody>
      </p:sp>
      <p:sp>
        <p:nvSpPr>
          <p:cNvPr id="9" name="Vettore X 2">
            <a:extLst xmlns:a="http://schemas.openxmlformats.org/drawingml/2006/main">
              <a:ext uri="{FF2B5EF4-FFF2-40B4-BE49-F238E27FC236}">
                <a16:creationId xmlns:a16="http://schemas.microsoft.com/office/drawing/2014/main" id="{9A8FBDD3-B87C-47EC-82FA-94972ADD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57350"/>
            <a:ext cx="13049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0" name="Vettore X 3">
            <a:extLst xmlns:a="http://schemas.openxmlformats.org/drawingml/2006/main">
              <a:ext uri="{FF2B5EF4-FFF2-40B4-BE49-F238E27FC236}">
                <a16:creationId xmlns:a16="http://schemas.microsoft.com/office/drawing/2014/main" id="{05CD4547-73C3-4B13-A4AA-7AEB772F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57350"/>
            <a:ext cx="13049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X[j,k−2]</a:t>
            </a:r>
          </a:p>
        </p:txBody>
      </p:sp>
      <p:sp>
        <p:nvSpPr>
          <p:cNvPr id="11" name="Vettore X 4">
            <a:extLst xmlns:a="http://schemas.openxmlformats.org/drawingml/2006/main">
              <a:ext uri="{FF2B5EF4-FFF2-40B4-BE49-F238E27FC236}">
                <a16:creationId xmlns:a16="http://schemas.microsoft.com/office/drawing/2014/main" id="{3FA0C8EC-1070-4D82-80FD-90D4B6DB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657350"/>
            <a:ext cx="13049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6BBBA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X[j,k−1]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698F02-FBB1-4220-AE3A-FB9377C4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09825"/>
            <a:ext cx="6667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B22"/>
          </a:solidFill>
          <a:ln xmlns:a="http://schemas.openxmlformats.org/drawingml/2006/main" w="4763">
            <a:solidFill>
              <a:srgbClr val="D96B2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F7034D-6B7F-41E8-9BCF-DA000D8E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5850" y="26289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96B2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6B22"/>
                </a:solidFill>
                <a:latin typeface="Arial"/>
                <a:ea typeface="Arial"/>
                <a:cs typeface="Arial"/>
              </a:rPr>
              <a:t>k aggiornamenti FMA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B5EE45-8530-440B-B1A3-1EB33680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3181350"/>
            <a:ext cx="1000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lane 0</a:t>
            </a:r>
          </a:p>
        </p:txBody>
      </p:sp>
      <p:sp>
        <p:nvSpPr>
          <p:cNvPr id="15" name="lane 0 acc[0]">
            <a:extLst xmlns:a="http://schemas.openxmlformats.org/drawingml/2006/main">
              <a:ext uri="{FF2B5EF4-FFF2-40B4-BE49-F238E27FC236}">
                <a16:creationId xmlns:a16="http://schemas.microsoft.com/office/drawing/2014/main" id="{8A436BCA-F558-4B27-A01F-43963680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181350"/>
            <a:ext cx="1581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BE6D6"/>
          </a:solidFill>
          <a:ln xmlns:a="http://schemas.openxmlformats.org/drawingml/2006/main" w="11430">
            <a:solidFill>
              <a:srgbClr val="D96B22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acc[0]</a:t>
            </a:r>
          </a:p>
        </p:txBody>
      </p:sp>
      <p:sp>
        <p:nvSpPr>
          <p:cNvPr id="16" name="lane 0 acc[1]">
            <a:extLst xmlns:a="http://schemas.openxmlformats.org/drawingml/2006/main">
              <a:ext uri="{FF2B5EF4-FFF2-40B4-BE49-F238E27FC236}">
                <a16:creationId xmlns:a16="http://schemas.microsoft.com/office/drawing/2014/main" id="{EC2ECB3F-37C5-4F1C-BF75-2A2E8087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81350"/>
            <a:ext cx="1581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CEBDD"/>
          </a:solidFill>
          <a:ln xmlns:a="http://schemas.openxmlformats.org/drawingml/2006/main" w="11430">
            <a:solidFill>
              <a:srgbClr val="D96B22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acc[1]</a:t>
            </a:r>
          </a:p>
        </p:txBody>
      </p:sp>
      <p:sp>
        <p:nvSpPr>
          <p:cNvPr id="17" name="lane 0 …">
            <a:extLst xmlns:a="http://schemas.openxmlformats.org/drawingml/2006/main">
              <a:ext uri="{FF2B5EF4-FFF2-40B4-BE49-F238E27FC236}">
                <a16:creationId xmlns:a16="http://schemas.microsoft.com/office/drawing/2014/main" id="{9BBAA670-BBEB-4070-8DB4-F703D2DD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81350"/>
            <a:ext cx="1581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9EEF2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8" name="lane 0 acc[k−2]">
            <a:extLst xmlns:a="http://schemas.openxmlformats.org/drawingml/2006/main">
              <a:ext uri="{FF2B5EF4-FFF2-40B4-BE49-F238E27FC236}">
                <a16:creationId xmlns:a16="http://schemas.microsoft.com/office/drawing/2014/main" id="{29639E04-D0E1-495C-846D-56FD1E39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81350"/>
            <a:ext cx="1581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BE1CC"/>
          </a:solidFill>
          <a:ln xmlns:a="http://schemas.openxmlformats.org/drawingml/2006/main" w="11430">
            <a:solidFill>
              <a:srgbClr val="D96B22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acc[k−2]</a:t>
            </a:r>
          </a:p>
        </p:txBody>
      </p:sp>
      <p:sp>
        <p:nvSpPr>
          <p:cNvPr id="19" name="lane 0 acc[k−1]">
            <a:extLst xmlns:a="http://schemas.openxmlformats.org/drawingml/2006/main">
              <a:ext uri="{FF2B5EF4-FFF2-40B4-BE49-F238E27FC236}">
                <a16:creationId xmlns:a16="http://schemas.microsoft.com/office/drawing/2014/main" id="{C15737A7-15EE-4CDF-93F5-87DFD314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81350"/>
            <a:ext cx="1581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9D9BE"/>
          </a:solidFill>
          <a:ln xmlns:a="http://schemas.openxmlformats.org/drawingml/2006/main" w="11430">
            <a:solidFill>
              <a:srgbClr val="D96B22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acc[k−1]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6C4A4C-684E-47C0-8B97-83B44997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3733800"/>
            <a:ext cx="1000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lane 1</a:t>
            </a:r>
          </a:p>
        </p:txBody>
      </p:sp>
      <p:sp>
        <p:nvSpPr>
          <p:cNvPr id="21" name="lane 1 acc[0]">
            <a:extLst xmlns:a="http://schemas.openxmlformats.org/drawingml/2006/main">
              <a:ext uri="{FF2B5EF4-FFF2-40B4-BE49-F238E27FC236}">
                <a16:creationId xmlns:a16="http://schemas.microsoft.com/office/drawing/2014/main" id="{AFCBAEA0-A51A-4BB8-AB04-9EB3F3B1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733800"/>
            <a:ext cx="1581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BE6D6"/>
          </a:solidFill>
          <a:ln xmlns:a="http://schemas.openxmlformats.org/drawingml/2006/main" w="11430">
            <a:solidFill>
              <a:srgbClr val="D96B22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acc[0]</a:t>
            </a:r>
          </a:p>
        </p:txBody>
      </p:sp>
      <p:sp>
        <p:nvSpPr>
          <p:cNvPr id="22" name="lane 1 acc[1]">
            <a:extLst xmlns:a="http://schemas.openxmlformats.org/drawingml/2006/main">
              <a:ext uri="{FF2B5EF4-FFF2-40B4-BE49-F238E27FC236}">
                <a16:creationId xmlns:a16="http://schemas.microsoft.com/office/drawing/2014/main" id="{2B504538-51B6-4AF0-8382-88094950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33800"/>
            <a:ext cx="1581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CEBDD"/>
          </a:solidFill>
          <a:ln xmlns:a="http://schemas.openxmlformats.org/drawingml/2006/main" w="11430">
            <a:solidFill>
              <a:srgbClr val="D96B22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acc[1]</a:t>
            </a:r>
          </a:p>
        </p:txBody>
      </p:sp>
      <p:sp>
        <p:nvSpPr>
          <p:cNvPr id="23" name="lane 1 …">
            <a:extLst xmlns:a="http://schemas.openxmlformats.org/drawingml/2006/main">
              <a:ext uri="{FF2B5EF4-FFF2-40B4-BE49-F238E27FC236}">
                <a16:creationId xmlns:a16="http://schemas.microsoft.com/office/drawing/2014/main" id="{539D976D-DB97-4797-876D-C70ECD43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33800"/>
            <a:ext cx="1581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9EEF2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24" name="lane 1 acc[k−2]">
            <a:extLst xmlns:a="http://schemas.openxmlformats.org/drawingml/2006/main">
              <a:ext uri="{FF2B5EF4-FFF2-40B4-BE49-F238E27FC236}">
                <a16:creationId xmlns:a16="http://schemas.microsoft.com/office/drawing/2014/main" id="{A371CF7E-F8D9-4188-B69D-FAE4B8E0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33800"/>
            <a:ext cx="1581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BE1CC"/>
          </a:solidFill>
          <a:ln xmlns:a="http://schemas.openxmlformats.org/drawingml/2006/main" w="11430">
            <a:solidFill>
              <a:srgbClr val="D96B22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acc[k−2]</a:t>
            </a:r>
          </a:p>
        </p:txBody>
      </p:sp>
      <p:sp>
        <p:nvSpPr>
          <p:cNvPr id="25" name="lane 1 acc[k−1]">
            <a:extLst xmlns:a="http://schemas.openxmlformats.org/drawingml/2006/main">
              <a:ext uri="{FF2B5EF4-FFF2-40B4-BE49-F238E27FC236}">
                <a16:creationId xmlns:a16="http://schemas.microsoft.com/office/drawing/2014/main" id="{2F01049C-8407-491F-9165-0862B33D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33800"/>
            <a:ext cx="1581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9D9BE"/>
          </a:solidFill>
          <a:ln xmlns:a="http://schemas.openxmlformats.org/drawingml/2006/main" w="11430">
            <a:solidFill>
              <a:srgbClr val="D96B22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acc[k−1]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C6CB99-CB31-41D2-A984-C879FEB5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4286250"/>
            <a:ext cx="1000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lane 2</a:t>
            </a:r>
          </a:p>
        </p:txBody>
      </p:sp>
      <p:sp>
        <p:nvSpPr>
          <p:cNvPr id="27" name="lane 2 acc[0]">
            <a:extLst xmlns:a="http://schemas.openxmlformats.org/drawingml/2006/main">
              <a:ext uri="{FF2B5EF4-FFF2-40B4-BE49-F238E27FC236}">
                <a16:creationId xmlns:a16="http://schemas.microsoft.com/office/drawing/2014/main" id="{703A7C19-C85C-4588-B7FE-2A92A027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286250"/>
            <a:ext cx="1581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BE6D6"/>
          </a:solidFill>
          <a:ln xmlns:a="http://schemas.openxmlformats.org/drawingml/2006/main" w="11430">
            <a:solidFill>
              <a:srgbClr val="D96B22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acc[0]</a:t>
            </a:r>
          </a:p>
        </p:txBody>
      </p:sp>
      <p:sp>
        <p:nvSpPr>
          <p:cNvPr id="28" name="lane 2 acc[1]">
            <a:extLst xmlns:a="http://schemas.openxmlformats.org/drawingml/2006/main">
              <a:ext uri="{FF2B5EF4-FFF2-40B4-BE49-F238E27FC236}">
                <a16:creationId xmlns:a16="http://schemas.microsoft.com/office/drawing/2014/main" id="{CA4A4A41-8303-43B0-BF43-5B8C99B7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86250"/>
            <a:ext cx="1581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CEBDD"/>
          </a:solidFill>
          <a:ln xmlns:a="http://schemas.openxmlformats.org/drawingml/2006/main" w="11430">
            <a:solidFill>
              <a:srgbClr val="D96B22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acc[1]</a:t>
            </a:r>
          </a:p>
        </p:txBody>
      </p:sp>
      <p:sp>
        <p:nvSpPr>
          <p:cNvPr id="29" name="lane 2 …">
            <a:extLst xmlns:a="http://schemas.openxmlformats.org/drawingml/2006/main">
              <a:ext uri="{FF2B5EF4-FFF2-40B4-BE49-F238E27FC236}">
                <a16:creationId xmlns:a16="http://schemas.microsoft.com/office/drawing/2014/main" id="{8624F10F-EF61-430E-B665-66A63675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286250"/>
            <a:ext cx="1581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9EEF2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30" name="lane 2 acc[k−2]">
            <a:extLst xmlns:a="http://schemas.openxmlformats.org/drawingml/2006/main">
              <a:ext uri="{FF2B5EF4-FFF2-40B4-BE49-F238E27FC236}">
                <a16:creationId xmlns:a16="http://schemas.microsoft.com/office/drawing/2014/main" id="{7CCD009B-FFAF-4C5C-8087-86FF612B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86250"/>
            <a:ext cx="1581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BE1CC"/>
          </a:solidFill>
          <a:ln xmlns:a="http://schemas.openxmlformats.org/drawingml/2006/main" w="11430">
            <a:solidFill>
              <a:srgbClr val="D96B22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acc[k−2]</a:t>
            </a:r>
          </a:p>
        </p:txBody>
      </p:sp>
      <p:sp>
        <p:nvSpPr>
          <p:cNvPr id="31" name="lane 2 acc[k−1]">
            <a:extLst xmlns:a="http://schemas.openxmlformats.org/drawingml/2006/main">
              <a:ext uri="{FF2B5EF4-FFF2-40B4-BE49-F238E27FC236}">
                <a16:creationId xmlns:a16="http://schemas.microsoft.com/office/drawing/2014/main" id="{9A4C3205-4287-44FF-94EF-AF5712D5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286250"/>
            <a:ext cx="1581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9D9BE"/>
          </a:solidFill>
          <a:ln xmlns:a="http://schemas.openxmlformats.org/drawingml/2006/main" w="11430">
            <a:solidFill>
              <a:srgbClr val="D96B22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acc[k−1]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DA2E55-92E3-4F8C-BC87-C34ED6A7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4838700"/>
            <a:ext cx="1000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370427-78A1-4D78-9019-E59DF456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5391150"/>
            <a:ext cx="1000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lane 31</a:t>
            </a:r>
          </a:p>
        </p:txBody>
      </p:sp>
      <p:sp>
        <p:nvSpPr>
          <p:cNvPr id="34" name="lane 31 acc[0]">
            <a:extLst xmlns:a="http://schemas.openxmlformats.org/drawingml/2006/main">
              <a:ext uri="{FF2B5EF4-FFF2-40B4-BE49-F238E27FC236}">
                <a16:creationId xmlns:a16="http://schemas.microsoft.com/office/drawing/2014/main" id="{8094F0A0-E493-4788-8708-01A968BA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391150"/>
            <a:ext cx="1581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BE6D6"/>
          </a:solidFill>
          <a:ln xmlns:a="http://schemas.openxmlformats.org/drawingml/2006/main" w="11430">
            <a:solidFill>
              <a:srgbClr val="D96B22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acc[0]</a:t>
            </a:r>
          </a:p>
        </p:txBody>
      </p:sp>
      <p:sp>
        <p:nvSpPr>
          <p:cNvPr id="35" name="lane 31 acc[1]">
            <a:extLst xmlns:a="http://schemas.openxmlformats.org/drawingml/2006/main">
              <a:ext uri="{FF2B5EF4-FFF2-40B4-BE49-F238E27FC236}">
                <a16:creationId xmlns:a16="http://schemas.microsoft.com/office/drawing/2014/main" id="{C2967998-C8DA-45DD-AC94-10AAAD41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391150"/>
            <a:ext cx="1581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CEBDD"/>
          </a:solidFill>
          <a:ln xmlns:a="http://schemas.openxmlformats.org/drawingml/2006/main" w="11430">
            <a:solidFill>
              <a:srgbClr val="D96B22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acc[1]</a:t>
            </a:r>
          </a:p>
        </p:txBody>
      </p:sp>
      <p:sp>
        <p:nvSpPr>
          <p:cNvPr id="36" name="lane 31 …">
            <a:extLst xmlns:a="http://schemas.openxmlformats.org/drawingml/2006/main">
              <a:ext uri="{FF2B5EF4-FFF2-40B4-BE49-F238E27FC236}">
                <a16:creationId xmlns:a16="http://schemas.microsoft.com/office/drawing/2014/main" id="{0D51A9E0-308C-4F37-93A1-28B179CF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391150"/>
            <a:ext cx="1581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9EEF2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324A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37" name="lane 31 acc[k−2]">
            <a:extLst xmlns:a="http://schemas.openxmlformats.org/drawingml/2006/main">
              <a:ext uri="{FF2B5EF4-FFF2-40B4-BE49-F238E27FC236}">
                <a16:creationId xmlns:a16="http://schemas.microsoft.com/office/drawing/2014/main" id="{50E18907-1486-4ACA-B083-6A837158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391150"/>
            <a:ext cx="1581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BE1CC"/>
          </a:solidFill>
          <a:ln xmlns:a="http://schemas.openxmlformats.org/drawingml/2006/main" w="11430">
            <a:solidFill>
              <a:srgbClr val="D96B22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acc[k−2]</a:t>
            </a:r>
          </a:p>
        </p:txBody>
      </p:sp>
      <p:sp>
        <p:nvSpPr>
          <p:cNvPr id="38" name="lane 31 acc[k−1]">
            <a:extLst xmlns:a="http://schemas.openxmlformats.org/drawingml/2006/main">
              <a:ext uri="{FF2B5EF4-FFF2-40B4-BE49-F238E27FC236}">
                <a16:creationId xmlns:a16="http://schemas.microsoft.com/office/drawing/2014/main" id="{7A7BC916-02AB-4699-AC91-1FF2EFC7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391150"/>
            <a:ext cx="1581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9D9BE"/>
          </a:solidFill>
          <a:ln xmlns:a="http://schemas.openxmlformats.org/drawingml/2006/main" w="11430">
            <a:solidFill>
              <a:srgbClr val="D96B22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acc[k−1]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EAC561-BD3F-4596-B6AD-98443351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6067425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k = 3, 6, 8, 20, 32: acc[K] specializzato a compile-time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91CEAA-6631-4758-9847-8F9E4A43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7150" y="6067425"/>
            <a:ext cx="3629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altri k: tile runtime di 4 colonne</a:t>
            </a:r>
          </a:p>
        </p:txBody>
      </p:sp>
    </p:spTree>
    <p:extLst>
      <p:ext uri="{BB962C8B-B14F-4D97-AF65-F5344CB8AC3E}">
        <p14:creationId xmlns:p14="http://schemas.microsoft.com/office/powerpoint/2010/main" val="21054459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Titolo">
            <a:extLst xmlns:a="http://schemas.openxmlformats.org/drawingml/2006/main">
              <a:ext uri="{FF2B5EF4-FFF2-40B4-BE49-F238E27FC236}">
                <a16:creationId xmlns:a16="http://schemas.microsoft.com/office/drawing/2014/main" id="{6777D19F-F4D5-4AA0-A232-401DCDEB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266700"/>
            <a:ext cx="11087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Riduzione nel warp</a:t>
            </a:r>
          </a:p>
        </p:txBody>
      </p:sp>
      <p:sp>
        <p:nvSpPr>
          <p:cNvPr id="2" name="Sottotitolo">
            <a:extLst xmlns:a="http://schemas.openxmlformats.org/drawingml/2006/main">
              <a:ext uri="{FF2B5EF4-FFF2-40B4-BE49-F238E27FC236}">
                <a16:creationId xmlns:a16="http://schemas.microsoft.com/office/drawing/2014/main" id="{6C815293-308F-4AB7-A718-266C83AA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790575"/>
            <a:ext cx="1100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La figura segue un solo accumulatore acc[c]; la stessa sequenza viene eseguita per ogni c</a:t>
            </a:r>
          </a:p>
        </p:txBody>
      </p:sp>
      <p:sp>
        <p:nvSpPr>
          <p:cNvPr id="3" name="Linea titolo">
            <a:extLst xmlns:a="http://schemas.openxmlformats.org/drawingml/2006/main">
              <a:ext uri="{FF2B5EF4-FFF2-40B4-BE49-F238E27FC236}">
                <a16:creationId xmlns:a16="http://schemas.microsoft.com/office/drawing/2014/main" id="{D3741F85-6385-4D8D-8901-428E7FD9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8B8"/>
          </a:solidFill>
          <a:ln xmlns:a="http://schemas.openxmlformats.org/drawingml/2006/main" w="11430">
            <a:solidFill>
              <a:srgbClr val="2B78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D2928-3614-46E4-BEA8-B9DD4F97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15621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32 somme</a:t>
            </a:r>
          </a:p>
        </p:txBody>
      </p:sp>
      <p:sp>
        <p:nvSpPr>
          <p:cNvPr id="5" name="Riduzione stadio 0 nodo 0">
            <a:extLst xmlns:a="http://schemas.openxmlformats.org/drawingml/2006/main">
              <a:ext uri="{FF2B5EF4-FFF2-40B4-BE49-F238E27FC236}">
                <a16:creationId xmlns:a16="http://schemas.microsoft.com/office/drawing/2014/main" id="{CBA467BB-3B10-4377-91AA-9381AE74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7810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BE2F6"/>
          </a:solidFill>
          <a:ln xmlns:a="http://schemas.openxmlformats.org/drawingml/2006/main" w="11430">
            <a:solidFill>
              <a:srgbClr val="7147A6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0632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L0</a:t>
            </a:r>
          </a:p>
        </p:txBody>
      </p:sp>
      <p:sp>
        <p:nvSpPr>
          <p:cNvPr id="6" name="Riduzione stadio 0 nodo 1">
            <a:extLst xmlns:a="http://schemas.openxmlformats.org/drawingml/2006/main">
              <a:ext uri="{FF2B5EF4-FFF2-40B4-BE49-F238E27FC236}">
                <a16:creationId xmlns:a16="http://schemas.microsoft.com/office/drawing/2014/main" id="{B2E458E1-C1C3-4B3F-BC93-2A48F901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7810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BE2F6"/>
          </a:solidFill>
          <a:ln xmlns:a="http://schemas.openxmlformats.org/drawingml/2006/main" w="11430">
            <a:solidFill>
              <a:srgbClr val="7147A6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0632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7" name="Riduzione stadio 0 nodo 2">
            <a:extLst xmlns:a="http://schemas.openxmlformats.org/drawingml/2006/main">
              <a:ext uri="{FF2B5EF4-FFF2-40B4-BE49-F238E27FC236}">
                <a16:creationId xmlns:a16="http://schemas.microsoft.com/office/drawing/2014/main" id="{1A700E9C-3194-4476-B17B-24BA1C24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7810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BE2F6"/>
          </a:solidFill>
          <a:ln xmlns:a="http://schemas.openxmlformats.org/drawingml/2006/main" w="11430">
            <a:solidFill>
              <a:srgbClr val="7147A6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0632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8" name="Riduzione stadio 0 nodo 3">
            <a:extLst xmlns:a="http://schemas.openxmlformats.org/drawingml/2006/main">
              <a:ext uri="{FF2B5EF4-FFF2-40B4-BE49-F238E27FC236}">
                <a16:creationId xmlns:a16="http://schemas.microsoft.com/office/drawing/2014/main" id="{7497ED92-1A7D-43CE-AABE-D97D0BBF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7810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BE2F6"/>
          </a:solidFill>
          <a:ln xmlns:a="http://schemas.openxmlformats.org/drawingml/2006/main" w="11430">
            <a:solidFill>
              <a:srgbClr val="7147A6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0632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9" name="Riduzione stadio 0 nodo 4">
            <a:extLst xmlns:a="http://schemas.openxmlformats.org/drawingml/2006/main">
              <a:ext uri="{FF2B5EF4-FFF2-40B4-BE49-F238E27FC236}">
                <a16:creationId xmlns:a16="http://schemas.microsoft.com/office/drawing/2014/main" id="{C3D22AAB-AAA3-4A56-B113-7972DAD6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781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11430">
            <a:solidFill>
              <a:srgbClr val="F7F9FB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147A6"/>
                </a:solidFill>
                <a:latin typeface="Arial"/>
                <a:ea typeface="Arial"/>
                <a:cs typeface="Arial"/>
              </a:rPr>
              <a:t>⋮</a:t>
            </a:r>
          </a:p>
        </p:txBody>
      </p:sp>
      <p:sp>
        <p:nvSpPr>
          <p:cNvPr id="10" name="Riduzione stadio 0 nodo 5">
            <a:extLst xmlns:a="http://schemas.openxmlformats.org/drawingml/2006/main">
              <a:ext uri="{FF2B5EF4-FFF2-40B4-BE49-F238E27FC236}">
                <a16:creationId xmlns:a16="http://schemas.microsoft.com/office/drawing/2014/main" id="{ECC71774-F795-4F56-8834-8965BA31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67100"/>
            <a:ext cx="7810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BE2F6"/>
          </a:solidFill>
          <a:ln xmlns:a="http://schemas.openxmlformats.org/drawingml/2006/main" w="11430">
            <a:solidFill>
              <a:srgbClr val="7147A6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0632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L28</a:t>
            </a:r>
          </a:p>
        </p:txBody>
      </p:sp>
      <p:sp>
        <p:nvSpPr>
          <p:cNvPr id="11" name="Riduzione stadio 0 nodo 6">
            <a:extLst xmlns:a="http://schemas.openxmlformats.org/drawingml/2006/main">
              <a:ext uri="{FF2B5EF4-FFF2-40B4-BE49-F238E27FC236}">
                <a16:creationId xmlns:a16="http://schemas.microsoft.com/office/drawing/2014/main" id="{9994C53D-BEAC-4997-BFCD-6E44A200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7810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BE2F6"/>
          </a:solidFill>
          <a:ln xmlns:a="http://schemas.openxmlformats.org/drawingml/2006/main" w="11430">
            <a:solidFill>
              <a:srgbClr val="7147A6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0632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L29</a:t>
            </a:r>
          </a:p>
        </p:txBody>
      </p:sp>
      <p:sp>
        <p:nvSpPr>
          <p:cNvPr id="12" name="Riduzione stadio 0 nodo 7">
            <a:extLst xmlns:a="http://schemas.openxmlformats.org/drawingml/2006/main">
              <a:ext uri="{FF2B5EF4-FFF2-40B4-BE49-F238E27FC236}">
                <a16:creationId xmlns:a16="http://schemas.microsoft.com/office/drawing/2014/main" id="{E075915B-FA75-4D29-BEB4-B1E2D333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7810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BE2F6"/>
          </a:solidFill>
          <a:ln xmlns:a="http://schemas.openxmlformats.org/drawingml/2006/main" w="11430">
            <a:solidFill>
              <a:srgbClr val="7147A6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0632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L30</a:t>
            </a:r>
          </a:p>
        </p:txBody>
      </p:sp>
      <p:sp>
        <p:nvSpPr>
          <p:cNvPr id="13" name="Riduzione stadio 0 nodo 8">
            <a:extLst xmlns:a="http://schemas.openxmlformats.org/drawingml/2006/main">
              <a:ext uri="{FF2B5EF4-FFF2-40B4-BE49-F238E27FC236}">
                <a16:creationId xmlns:a16="http://schemas.microsoft.com/office/drawing/2014/main" id="{BE12D8E8-40C2-4C00-AA86-E8DE68A4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7810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BE2F6"/>
          </a:solidFill>
          <a:ln xmlns:a="http://schemas.openxmlformats.org/drawingml/2006/main" w="11430">
            <a:solidFill>
              <a:srgbClr val="7147A6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0632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L31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AC92C3-6AF5-4001-BF3B-4E43EA9B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15621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16 somme</a:t>
            </a:r>
          </a:p>
        </p:txBody>
      </p:sp>
      <p:sp>
        <p:nvSpPr>
          <p:cNvPr id="15" name="Riduzione stadio 1 nodo 0">
            <a:extLst xmlns:a="http://schemas.openxmlformats.org/drawingml/2006/main">
              <a:ext uri="{FF2B5EF4-FFF2-40B4-BE49-F238E27FC236}">
                <a16:creationId xmlns:a16="http://schemas.microsoft.com/office/drawing/2014/main" id="{95FC112E-5940-4948-AC66-9F292F7F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33600"/>
            <a:ext cx="7810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BE2F6"/>
          </a:solidFill>
          <a:ln xmlns:a="http://schemas.openxmlformats.org/drawingml/2006/main" w="11430">
            <a:solidFill>
              <a:srgbClr val="7147A6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0632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S0</a:t>
            </a:r>
          </a:p>
        </p:txBody>
      </p:sp>
      <p:sp>
        <p:nvSpPr>
          <p:cNvPr id="16" name="Riduzione stadio 1 nodo 1">
            <a:extLst xmlns:a="http://schemas.openxmlformats.org/drawingml/2006/main">
              <a:ext uri="{FF2B5EF4-FFF2-40B4-BE49-F238E27FC236}">
                <a16:creationId xmlns:a16="http://schemas.microsoft.com/office/drawing/2014/main" id="{57457731-8915-4741-9DE0-8EE2D705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00300"/>
            <a:ext cx="7810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BE2F6"/>
          </a:solidFill>
          <a:ln xmlns:a="http://schemas.openxmlformats.org/drawingml/2006/main" w="11430">
            <a:solidFill>
              <a:srgbClr val="7147A6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0632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S1</a:t>
            </a:r>
          </a:p>
        </p:txBody>
      </p:sp>
      <p:sp>
        <p:nvSpPr>
          <p:cNvPr id="17" name="Riduzione stadio 1 nodo 2">
            <a:extLst xmlns:a="http://schemas.openxmlformats.org/drawingml/2006/main">
              <a:ext uri="{FF2B5EF4-FFF2-40B4-BE49-F238E27FC236}">
                <a16:creationId xmlns:a16="http://schemas.microsoft.com/office/drawing/2014/main" id="{E9E38092-1A26-4237-A78B-90F03B76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67000"/>
            <a:ext cx="7810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BE2F6"/>
          </a:solidFill>
          <a:ln xmlns:a="http://schemas.openxmlformats.org/drawingml/2006/main" w="11430">
            <a:solidFill>
              <a:srgbClr val="7147A6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0632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S2</a:t>
            </a:r>
          </a:p>
        </p:txBody>
      </p:sp>
      <p:sp>
        <p:nvSpPr>
          <p:cNvPr id="18" name="Riduzione stadio 1 nodo 3">
            <a:extLst xmlns:a="http://schemas.openxmlformats.org/drawingml/2006/main">
              <a:ext uri="{FF2B5EF4-FFF2-40B4-BE49-F238E27FC236}">
                <a16:creationId xmlns:a16="http://schemas.microsoft.com/office/drawing/2014/main" id="{1433A5A5-CDB5-4F4F-8EBD-F28E54A4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33700"/>
            <a:ext cx="7810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BE2F6"/>
          </a:solidFill>
          <a:ln xmlns:a="http://schemas.openxmlformats.org/drawingml/2006/main" w="11430">
            <a:solidFill>
              <a:srgbClr val="7147A6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0632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S3</a:t>
            </a:r>
          </a:p>
        </p:txBody>
      </p:sp>
      <p:sp>
        <p:nvSpPr>
          <p:cNvPr id="19" name="Riduzione stadio 1 nodo 4">
            <a:extLst xmlns:a="http://schemas.openxmlformats.org/drawingml/2006/main">
              <a:ext uri="{FF2B5EF4-FFF2-40B4-BE49-F238E27FC236}">
                <a16:creationId xmlns:a16="http://schemas.microsoft.com/office/drawing/2014/main" id="{98D03863-6270-4798-8267-400B7B86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00400"/>
            <a:ext cx="781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11430">
            <a:solidFill>
              <a:srgbClr val="F7F9FB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147A6"/>
                </a:solidFill>
                <a:latin typeface="Arial"/>
                <a:ea typeface="Arial"/>
                <a:cs typeface="Arial"/>
              </a:rPr>
              <a:t>⋮</a:t>
            </a:r>
          </a:p>
        </p:txBody>
      </p:sp>
      <p:sp>
        <p:nvSpPr>
          <p:cNvPr id="20" name="Riduzione stadio 1 nodo 5">
            <a:extLst xmlns:a="http://schemas.openxmlformats.org/drawingml/2006/main">
              <a:ext uri="{FF2B5EF4-FFF2-40B4-BE49-F238E27FC236}">
                <a16:creationId xmlns:a16="http://schemas.microsoft.com/office/drawing/2014/main" id="{A0CE0CA3-6CCA-4673-8860-A9E6BD8B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67100"/>
            <a:ext cx="7810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BE2F6"/>
          </a:solidFill>
          <a:ln xmlns:a="http://schemas.openxmlformats.org/drawingml/2006/main" w="11430">
            <a:solidFill>
              <a:srgbClr val="7147A6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0632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S12</a:t>
            </a:r>
          </a:p>
        </p:txBody>
      </p:sp>
      <p:sp>
        <p:nvSpPr>
          <p:cNvPr id="21" name="Riduzione stadio 1 nodo 6">
            <a:extLst xmlns:a="http://schemas.openxmlformats.org/drawingml/2006/main">
              <a:ext uri="{FF2B5EF4-FFF2-40B4-BE49-F238E27FC236}">
                <a16:creationId xmlns:a16="http://schemas.microsoft.com/office/drawing/2014/main" id="{39A0561A-D5ED-477C-9837-CADFCEB8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33800"/>
            <a:ext cx="7810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BE2F6"/>
          </a:solidFill>
          <a:ln xmlns:a="http://schemas.openxmlformats.org/drawingml/2006/main" w="11430">
            <a:solidFill>
              <a:srgbClr val="7147A6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0632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S13</a:t>
            </a:r>
          </a:p>
        </p:txBody>
      </p:sp>
      <p:sp>
        <p:nvSpPr>
          <p:cNvPr id="22" name="Riduzione stadio 1 nodo 7">
            <a:extLst xmlns:a="http://schemas.openxmlformats.org/drawingml/2006/main">
              <a:ext uri="{FF2B5EF4-FFF2-40B4-BE49-F238E27FC236}">
                <a16:creationId xmlns:a16="http://schemas.microsoft.com/office/drawing/2014/main" id="{CBF587AA-3EC2-4C94-AE1A-7BF466EA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00500"/>
            <a:ext cx="7810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BE2F6"/>
          </a:solidFill>
          <a:ln xmlns:a="http://schemas.openxmlformats.org/drawingml/2006/main" w="11430">
            <a:solidFill>
              <a:srgbClr val="7147A6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0632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S14</a:t>
            </a:r>
          </a:p>
        </p:txBody>
      </p:sp>
      <p:sp>
        <p:nvSpPr>
          <p:cNvPr id="23" name="Riduzione stadio 1 nodo 8">
            <a:extLst xmlns:a="http://schemas.openxmlformats.org/drawingml/2006/main">
              <a:ext uri="{FF2B5EF4-FFF2-40B4-BE49-F238E27FC236}">
                <a16:creationId xmlns:a16="http://schemas.microsoft.com/office/drawing/2014/main" id="{E363AB44-EDA6-401E-8FD7-7838AF6E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67200"/>
            <a:ext cx="7810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BE2F6"/>
          </a:solidFill>
          <a:ln xmlns:a="http://schemas.openxmlformats.org/drawingml/2006/main" w="11430">
            <a:solidFill>
              <a:srgbClr val="7147A6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0632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S15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F5BB75-766A-4D74-BDC4-F7365978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2950" y="15621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8 somme</a:t>
            </a:r>
          </a:p>
        </p:txBody>
      </p:sp>
      <p:sp>
        <p:nvSpPr>
          <p:cNvPr id="25" name="Riduzione stadio 2 nodo 0">
            <a:extLst xmlns:a="http://schemas.openxmlformats.org/drawingml/2006/main">
              <a:ext uri="{FF2B5EF4-FFF2-40B4-BE49-F238E27FC236}">
                <a16:creationId xmlns:a16="http://schemas.microsoft.com/office/drawing/2014/main" id="{42993F0C-CC99-49F9-BA52-D28BB230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66950"/>
            <a:ext cx="7810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BE2F6"/>
          </a:solidFill>
          <a:ln xmlns:a="http://schemas.openxmlformats.org/drawingml/2006/main" w="11430">
            <a:solidFill>
              <a:srgbClr val="7147A6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0632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S0</a:t>
            </a:r>
          </a:p>
        </p:txBody>
      </p:sp>
      <p:sp>
        <p:nvSpPr>
          <p:cNvPr id="26" name="Riduzione stadio 2 nodo 1">
            <a:extLst xmlns:a="http://schemas.openxmlformats.org/drawingml/2006/main">
              <a:ext uri="{FF2B5EF4-FFF2-40B4-BE49-F238E27FC236}">
                <a16:creationId xmlns:a16="http://schemas.microsoft.com/office/drawing/2014/main" id="{1E78BBA4-7483-441C-B330-4D929E25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33650"/>
            <a:ext cx="7810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BE2F6"/>
          </a:solidFill>
          <a:ln xmlns:a="http://schemas.openxmlformats.org/drawingml/2006/main" w="11430">
            <a:solidFill>
              <a:srgbClr val="7147A6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0632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S1</a:t>
            </a:r>
          </a:p>
        </p:txBody>
      </p:sp>
      <p:sp>
        <p:nvSpPr>
          <p:cNvPr id="27" name="Riduzione stadio 2 nodo 2">
            <a:extLst xmlns:a="http://schemas.openxmlformats.org/drawingml/2006/main">
              <a:ext uri="{FF2B5EF4-FFF2-40B4-BE49-F238E27FC236}">
                <a16:creationId xmlns:a16="http://schemas.microsoft.com/office/drawing/2014/main" id="{7E0C9984-ECEB-4754-8DF5-5A7FF012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00350"/>
            <a:ext cx="7810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BE2F6"/>
          </a:solidFill>
          <a:ln xmlns:a="http://schemas.openxmlformats.org/drawingml/2006/main" w="11430">
            <a:solidFill>
              <a:srgbClr val="7147A6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0632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S2</a:t>
            </a:r>
          </a:p>
        </p:txBody>
      </p:sp>
      <p:sp>
        <p:nvSpPr>
          <p:cNvPr id="28" name="Riduzione stadio 2 nodo 3">
            <a:extLst xmlns:a="http://schemas.openxmlformats.org/drawingml/2006/main">
              <a:ext uri="{FF2B5EF4-FFF2-40B4-BE49-F238E27FC236}">
                <a16:creationId xmlns:a16="http://schemas.microsoft.com/office/drawing/2014/main" id="{73424021-4206-48EE-BEB3-1288740A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7810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BE2F6"/>
          </a:solidFill>
          <a:ln xmlns:a="http://schemas.openxmlformats.org/drawingml/2006/main" w="11430">
            <a:solidFill>
              <a:srgbClr val="7147A6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0632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S3</a:t>
            </a:r>
          </a:p>
        </p:txBody>
      </p:sp>
      <p:sp>
        <p:nvSpPr>
          <p:cNvPr id="29" name="Riduzione stadio 2 nodo 4">
            <a:extLst xmlns:a="http://schemas.openxmlformats.org/drawingml/2006/main">
              <a:ext uri="{FF2B5EF4-FFF2-40B4-BE49-F238E27FC236}">
                <a16:creationId xmlns:a16="http://schemas.microsoft.com/office/drawing/2014/main" id="{AE9D639B-91C4-49C9-A8AE-0EFA06B9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33750"/>
            <a:ext cx="7810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BE2F6"/>
          </a:solidFill>
          <a:ln xmlns:a="http://schemas.openxmlformats.org/drawingml/2006/main" w="11430">
            <a:solidFill>
              <a:srgbClr val="7147A6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0632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S4</a:t>
            </a:r>
          </a:p>
        </p:txBody>
      </p:sp>
      <p:sp>
        <p:nvSpPr>
          <p:cNvPr id="30" name="Riduzione stadio 2 nodo 5">
            <a:extLst xmlns:a="http://schemas.openxmlformats.org/drawingml/2006/main">
              <a:ext uri="{FF2B5EF4-FFF2-40B4-BE49-F238E27FC236}">
                <a16:creationId xmlns:a16="http://schemas.microsoft.com/office/drawing/2014/main" id="{48008B30-1EFE-4B9F-BDAA-0F966D50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00450"/>
            <a:ext cx="7810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BE2F6"/>
          </a:solidFill>
          <a:ln xmlns:a="http://schemas.openxmlformats.org/drawingml/2006/main" w="11430">
            <a:solidFill>
              <a:srgbClr val="7147A6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0632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S5</a:t>
            </a:r>
          </a:p>
        </p:txBody>
      </p:sp>
      <p:sp>
        <p:nvSpPr>
          <p:cNvPr id="31" name="Riduzione stadio 2 nodo 6">
            <a:extLst xmlns:a="http://schemas.openxmlformats.org/drawingml/2006/main">
              <a:ext uri="{FF2B5EF4-FFF2-40B4-BE49-F238E27FC236}">
                <a16:creationId xmlns:a16="http://schemas.microsoft.com/office/drawing/2014/main" id="{14D9876C-F6E3-44C2-B074-CF22CEB9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67150"/>
            <a:ext cx="7810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BE2F6"/>
          </a:solidFill>
          <a:ln xmlns:a="http://schemas.openxmlformats.org/drawingml/2006/main" w="11430">
            <a:solidFill>
              <a:srgbClr val="7147A6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0632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S6</a:t>
            </a:r>
          </a:p>
        </p:txBody>
      </p:sp>
      <p:sp>
        <p:nvSpPr>
          <p:cNvPr id="32" name="Riduzione stadio 2 nodo 7">
            <a:extLst xmlns:a="http://schemas.openxmlformats.org/drawingml/2006/main">
              <a:ext uri="{FF2B5EF4-FFF2-40B4-BE49-F238E27FC236}">
                <a16:creationId xmlns:a16="http://schemas.microsoft.com/office/drawing/2014/main" id="{DF8037E8-9390-43AB-8303-D985DE18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33850"/>
            <a:ext cx="7810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BE2F6"/>
          </a:solidFill>
          <a:ln xmlns:a="http://schemas.openxmlformats.org/drawingml/2006/main" w="11430">
            <a:solidFill>
              <a:srgbClr val="7147A6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0632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S7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D94B80-388E-4091-8EDC-4F4E6A4B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7950" y="15621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4 somme</a:t>
            </a:r>
          </a:p>
        </p:txBody>
      </p:sp>
      <p:sp>
        <p:nvSpPr>
          <p:cNvPr id="34" name="Riduzione stadio 3 nodo 0">
            <a:extLst xmlns:a="http://schemas.openxmlformats.org/drawingml/2006/main">
              <a:ext uri="{FF2B5EF4-FFF2-40B4-BE49-F238E27FC236}">
                <a16:creationId xmlns:a16="http://schemas.microsoft.com/office/drawing/2014/main" id="{58A8C200-2925-4C9F-BFFF-FB20C0FE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0350"/>
            <a:ext cx="7810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BE2F6"/>
          </a:solidFill>
          <a:ln xmlns:a="http://schemas.openxmlformats.org/drawingml/2006/main" w="11430">
            <a:solidFill>
              <a:srgbClr val="7147A6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0632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S0</a:t>
            </a:r>
          </a:p>
        </p:txBody>
      </p:sp>
      <p:sp>
        <p:nvSpPr>
          <p:cNvPr id="35" name="Riduzione stadio 3 nodo 1">
            <a:extLst xmlns:a="http://schemas.openxmlformats.org/drawingml/2006/main">
              <a:ext uri="{FF2B5EF4-FFF2-40B4-BE49-F238E27FC236}">
                <a16:creationId xmlns:a16="http://schemas.microsoft.com/office/drawing/2014/main" id="{44512A4B-75D9-495D-96F7-035E9041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67050"/>
            <a:ext cx="7810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BE2F6"/>
          </a:solidFill>
          <a:ln xmlns:a="http://schemas.openxmlformats.org/drawingml/2006/main" w="11430">
            <a:solidFill>
              <a:srgbClr val="7147A6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0632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S1</a:t>
            </a:r>
          </a:p>
        </p:txBody>
      </p:sp>
      <p:sp>
        <p:nvSpPr>
          <p:cNvPr id="36" name="Riduzione stadio 3 nodo 2">
            <a:extLst xmlns:a="http://schemas.openxmlformats.org/drawingml/2006/main">
              <a:ext uri="{FF2B5EF4-FFF2-40B4-BE49-F238E27FC236}">
                <a16:creationId xmlns:a16="http://schemas.microsoft.com/office/drawing/2014/main" id="{0160E6A7-1E93-409D-AAEE-513B90BB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0"/>
            <a:ext cx="7810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BE2F6"/>
          </a:solidFill>
          <a:ln xmlns:a="http://schemas.openxmlformats.org/drawingml/2006/main" w="11430">
            <a:solidFill>
              <a:srgbClr val="7147A6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0632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S2</a:t>
            </a:r>
          </a:p>
        </p:txBody>
      </p:sp>
      <p:sp>
        <p:nvSpPr>
          <p:cNvPr id="37" name="Riduzione stadio 3 nodo 3">
            <a:extLst xmlns:a="http://schemas.openxmlformats.org/drawingml/2006/main">
              <a:ext uri="{FF2B5EF4-FFF2-40B4-BE49-F238E27FC236}">
                <a16:creationId xmlns:a16="http://schemas.microsoft.com/office/drawing/2014/main" id="{6AE570F6-9307-4ADB-B39D-CA454CAA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00450"/>
            <a:ext cx="7810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BE2F6"/>
          </a:solidFill>
          <a:ln xmlns:a="http://schemas.openxmlformats.org/drawingml/2006/main" w="11430">
            <a:solidFill>
              <a:srgbClr val="7147A6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0632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S3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80BE10-4275-4311-94F5-03601F1F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15621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2 somme</a:t>
            </a:r>
          </a:p>
        </p:txBody>
      </p:sp>
      <p:sp>
        <p:nvSpPr>
          <p:cNvPr id="39" name="Riduzione stadio 4 nodo 0">
            <a:extLst xmlns:a="http://schemas.openxmlformats.org/drawingml/2006/main">
              <a:ext uri="{FF2B5EF4-FFF2-40B4-BE49-F238E27FC236}">
                <a16:creationId xmlns:a16="http://schemas.microsoft.com/office/drawing/2014/main" id="{DCB02D12-5288-4086-9547-2F1D4548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67050"/>
            <a:ext cx="7810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BE2F6"/>
          </a:solidFill>
          <a:ln xmlns:a="http://schemas.openxmlformats.org/drawingml/2006/main" w="11430">
            <a:solidFill>
              <a:srgbClr val="7147A6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0632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S0</a:t>
            </a:r>
          </a:p>
        </p:txBody>
      </p:sp>
      <p:sp>
        <p:nvSpPr>
          <p:cNvPr id="40" name="Riduzione stadio 4 nodo 1">
            <a:extLst xmlns:a="http://schemas.openxmlformats.org/drawingml/2006/main">
              <a:ext uri="{FF2B5EF4-FFF2-40B4-BE49-F238E27FC236}">
                <a16:creationId xmlns:a16="http://schemas.microsoft.com/office/drawing/2014/main" id="{12697065-98BE-4760-9DD8-6E57059B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33750"/>
            <a:ext cx="7810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BE2F6"/>
          </a:solidFill>
          <a:ln xmlns:a="http://schemas.openxmlformats.org/drawingml/2006/main" w="11430">
            <a:solidFill>
              <a:srgbClr val="7147A6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0632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S1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84BC48-2DD8-46E3-A6E8-D1DA795B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5050" y="15621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9866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866E"/>
                </a:solidFill>
                <a:latin typeface="Arial"/>
                <a:ea typeface="Arial"/>
                <a:cs typeface="Arial"/>
              </a:rPr>
              <a:t>1 somma</a:t>
            </a:r>
          </a:p>
        </p:txBody>
      </p:sp>
      <p:sp>
        <p:nvSpPr>
          <p:cNvPr id="42" name="Riduzione stadio 5 nodo 0">
            <a:extLst xmlns:a="http://schemas.openxmlformats.org/drawingml/2006/main">
              <a:ext uri="{FF2B5EF4-FFF2-40B4-BE49-F238E27FC236}">
                <a16:creationId xmlns:a16="http://schemas.microsoft.com/office/drawing/2014/main" id="{352AA8C8-90F0-4348-BD4C-508E537A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00400"/>
            <a:ext cx="10096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19866E"/>
          </a:solidFill>
          <a:ln xmlns:a="http://schemas.openxmlformats.org/drawingml/2006/main" w="11430">
            <a:solidFill>
              <a:srgbClr val="19866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56645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Σ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D8582D-15DD-4ADD-9693-91EF8602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" y="266700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offset 16</a:t>
            </a:r>
          </a:p>
        </p:txBody>
      </p:sp>
      <p:sp>
        <p:nvSpPr>
          <p:cNvPr id="44" name="Shuffle offset 16">
            <a:extLst xmlns:a="http://schemas.openxmlformats.org/drawingml/2006/main">
              <a:ext uri="{FF2B5EF4-FFF2-40B4-BE49-F238E27FC236}">
                <a16:creationId xmlns:a16="http://schemas.microsoft.com/office/drawing/2014/main" id="{A15076D2-6B8A-458C-8C12-F7691077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028950"/>
            <a:ext cx="6096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47A6"/>
          </a:solidFill>
          <a:ln xmlns:a="http://schemas.openxmlformats.org/drawingml/2006/main" w="4763">
            <a:solidFill>
              <a:srgbClr val="7147A6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C5243AB-5803-4853-B5BA-A69BB69F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0" y="266700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offset 8</a:t>
            </a:r>
          </a:p>
        </p:txBody>
      </p:sp>
      <p:sp>
        <p:nvSpPr>
          <p:cNvPr id="46" name="Shuffle offset 8">
            <a:extLst xmlns:a="http://schemas.openxmlformats.org/drawingml/2006/main">
              <a:ext uri="{FF2B5EF4-FFF2-40B4-BE49-F238E27FC236}">
                <a16:creationId xmlns:a16="http://schemas.microsoft.com/office/drawing/2014/main" id="{78A8492A-BF3B-431D-A631-36C47CDE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28950"/>
            <a:ext cx="6096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47A6"/>
          </a:solidFill>
          <a:ln xmlns:a="http://schemas.openxmlformats.org/drawingml/2006/main" w="4763">
            <a:solidFill>
              <a:srgbClr val="7147A6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50445F5-16C6-4250-8967-164A626F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0" y="266700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offset 4</a:t>
            </a:r>
          </a:p>
        </p:txBody>
      </p:sp>
      <p:sp>
        <p:nvSpPr>
          <p:cNvPr id="48" name="Shuffle offset 4">
            <a:extLst xmlns:a="http://schemas.openxmlformats.org/drawingml/2006/main">
              <a:ext uri="{FF2B5EF4-FFF2-40B4-BE49-F238E27FC236}">
                <a16:creationId xmlns:a16="http://schemas.microsoft.com/office/drawing/2014/main" id="{D5BF65BF-8698-412E-9D43-8293240F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28950"/>
            <a:ext cx="6096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47A6"/>
          </a:solidFill>
          <a:ln xmlns:a="http://schemas.openxmlformats.org/drawingml/2006/main" w="4763">
            <a:solidFill>
              <a:srgbClr val="7147A6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4C4A9C5-BCE7-47C6-8606-AA29E8B2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7600" y="266700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offset 2</a:t>
            </a:r>
          </a:p>
        </p:txBody>
      </p:sp>
      <p:sp>
        <p:nvSpPr>
          <p:cNvPr id="50" name="Shuffle offset 2">
            <a:extLst xmlns:a="http://schemas.openxmlformats.org/drawingml/2006/main">
              <a:ext uri="{FF2B5EF4-FFF2-40B4-BE49-F238E27FC236}">
                <a16:creationId xmlns:a16="http://schemas.microsoft.com/office/drawing/2014/main" id="{375155E7-1F36-40A9-9D59-DB3B78D9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28950"/>
            <a:ext cx="6096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47A6"/>
          </a:solidFill>
          <a:ln xmlns:a="http://schemas.openxmlformats.org/drawingml/2006/main" w="4763">
            <a:solidFill>
              <a:srgbClr val="7147A6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1B48FAB-2B40-4EFB-A528-5B883689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2100" y="266700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offset 1</a:t>
            </a:r>
          </a:p>
        </p:txBody>
      </p:sp>
      <p:sp>
        <p:nvSpPr>
          <p:cNvPr id="52" name="Shuffle offset 1">
            <a:extLst xmlns:a="http://schemas.openxmlformats.org/drawingml/2006/main">
              <a:ext uri="{FF2B5EF4-FFF2-40B4-BE49-F238E27FC236}">
                <a16:creationId xmlns:a16="http://schemas.microsoft.com/office/drawing/2014/main" id="{916859F9-4F7F-4D62-8816-E30B77C8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28950"/>
            <a:ext cx="6096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47A6"/>
          </a:solidFill>
          <a:ln xmlns:a="http://schemas.openxmlformats.org/drawingml/2006/main" w="4763">
            <a:solidFill>
              <a:srgbClr val="7147A6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6F8537C-098F-448E-B38D-7A292DED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4800600"/>
            <a:ext cx="1003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primo passo: lane 0 += lane 16, lane 1 += lane 17, …, lane 15 += lane 31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97CBB15-F3C1-444D-96A7-9D1EECEB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5410200"/>
            <a:ext cx="6572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BE2F6"/>
          </a:solidFill>
          <a:ln xmlns:a="http://schemas.openxmlformats.org/drawingml/2006/main" w="9525">
            <a:solidFill>
              <a:srgbClr val="7147A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147A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147A6"/>
                </a:solidFill>
                <a:latin typeface="Arial"/>
                <a:ea typeface="Arial"/>
                <a:cs typeface="Arial"/>
              </a:rPr>
              <a:t>acc[c] += __shfl_down_sync(mask, acc[c], offset)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4638E4A-F1D0-41FC-90AA-B8808B68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5524500"/>
            <a:ext cx="742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866E"/>
          </a:solidFill>
          <a:ln xmlns:a="http://schemas.openxmlformats.org/drawingml/2006/main" w="4763">
            <a:solidFill>
              <a:srgbClr val="19866E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1BEAA82-9AF5-4177-82F9-D3F3DE93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5350" y="5410200"/>
            <a:ext cx="2819400" cy="43815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DDF3EC"/>
          </a:solidFill>
          <a:ln xmlns:a="http://schemas.openxmlformats.org/drawingml/2006/main" w="9525">
            <a:solidFill>
              <a:srgbClr val="6BBBA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9866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866E"/>
                </a:solidFill>
                <a:latin typeface="Arial"/>
                <a:ea typeface="Arial"/>
                <a:cs typeface="Arial"/>
              </a:rPr>
              <a:t>lane 0 scrive Y[i,c]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CAC2CA0-B3D0-43B3-BBA7-F74BBDB0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0" y="614362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Nessuna shared memory e nessuna barriera di blocco</a:t>
            </a:r>
          </a:p>
        </p:txBody>
      </p:sp>
    </p:spTree>
    <p:extLst>
      <p:ext uri="{BB962C8B-B14F-4D97-AF65-F5344CB8AC3E}">
        <p14:creationId xmlns:p14="http://schemas.microsoft.com/office/powerpoint/2010/main" val="14132776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1" name="Titolo">
            <a:extLst xmlns:a="http://schemas.openxmlformats.org/drawingml/2006/main">
              <a:ext uri="{FF2B5EF4-FFF2-40B4-BE49-F238E27FC236}">
                <a16:creationId xmlns:a16="http://schemas.microsoft.com/office/drawing/2014/main" id="{750EF5A7-2403-4950-8497-89983D16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266700"/>
            <a:ext cx="11087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Vantaggio del layout column-major per X</a:t>
            </a:r>
          </a:p>
        </p:txBody>
      </p:sp>
      <p:sp>
        <p:nvSpPr>
          <p:cNvPr id="2" name="Sottotitolo">
            <a:extLst xmlns:a="http://schemas.openxmlformats.org/drawingml/2006/main">
              <a:ext uri="{FF2B5EF4-FFF2-40B4-BE49-F238E27FC236}">
                <a16:creationId xmlns:a16="http://schemas.microsoft.com/office/drawing/2014/main" id="{6D9D9849-F59D-43B0-8D6B-2D673304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790575"/>
            <a:ext cx="1100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A c fissato, le 32 lane leggono j consecutivi</a:t>
            </a:r>
          </a:p>
        </p:txBody>
      </p:sp>
      <p:sp>
        <p:nvSpPr>
          <p:cNvPr id="3" name="Linea titolo">
            <a:extLst xmlns:a="http://schemas.openxmlformats.org/drawingml/2006/main">
              <a:ext uri="{FF2B5EF4-FFF2-40B4-BE49-F238E27FC236}">
                <a16:creationId xmlns:a16="http://schemas.microsoft.com/office/drawing/2014/main" id="{D747C46A-EE35-4FA4-AFA3-F048AA4B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8B8"/>
          </a:solidFill>
          <a:ln xmlns:a="http://schemas.openxmlformats.org/drawingml/2006/main" w="11430">
            <a:solidFill>
              <a:srgbClr val="2B78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22D5A-AEB9-4CA9-8B35-68FB0559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428750"/>
            <a:ext cx="1905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4DD"/>
          </a:solidFill>
          <a:ln xmlns:a="http://schemas.openxmlformats.org/drawingml/2006/main" w="11430">
            <a:solidFill>
              <a:srgbClr val="C9D4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9D4CA5-9CFE-4505-A84B-468BDD55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14382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94B4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94B4B"/>
                </a:solidFill>
                <a:latin typeface="Arial"/>
                <a:ea typeface="Arial"/>
                <a:cs typeface="Arial"/>
              </a:rPr>
              <a:t>X row-major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FE542-3DAE-48B5-8CA8-FFD3EE70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1838325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indirizzo = j · ldx + 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5D412-D36D-4BC2-9173-F19C447E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1300" y="14382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9866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866E"/>
                </a:solidFill>
                <a:latin typeface="Arial"/>
                <a:ea typeface="Arial"/>
                <a:cs typeface="Arial"/>
              </a:rPr>
              <a:t>X column-major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4D8E7-578C-44FB-8A3F-7FC0140C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1300" y="1838325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indirizzo = c · n_loc + j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D82C8F-E574-4BD5-9FAF-A12ED19D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233362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j0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96FC9D-E32C-4A00-9431-77B7E3C9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6550" y="233362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j0</a:t>
            </a:r>
          </a:p>
        </p:txBody>
      </p:sp>
      <p:sp>
        <p:nvSpPr>
          <p:cNvPr id="11" name="Row-major 0 0">
            <a:extLst xmlns:a="http://schemas.openxmlformats.org/drawingml/2006/main">
              <a:ext uri="{FF2B5EF4-FFF2-40B4-BE49-F238E27FC236}">
                <a16:creationId xmlns:a16="http://schemas.microsoft.com/office/drawing/2014/main" id="{D4D448D2-9A68-4229-BAE6-91164FE1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336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Column-major 0 0">
            <a:extLst xmlns:a="http://schemas.openxmlformats.org/drawingml/2006/main">
              <a:ext uri="{FF2B5EF4-FFF2-40B4-BE49-F238E27FC236}">
                <a16:creationId xmlns:a16="http://schemas.microsoft.com/office/drawing/2014/main" id="{1F0F265D-8466-424A-A8F8-96108771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336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Row-major 0 1">
            <a:extLst xmlns:a="http://schemas.openxmlformats.org/drawingml/2006/main">
              <a:ext uri="{FF2B5EF4-FFF2-40B4-BE49-F238E27FC236}">
                <a16:creationId xmlns:a16="http://schemas.microsoft.com/office/drawing/2014/main" id="{DA6C14D9-C15B-4175-A61A-333ACC8D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336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Column-major 0 1">
            <a:extLst xmlns:a="http://schemas.openxmlformats.org/drawingml/2006/main">
              <a:ext uri="{FF2B5EF4-FFF2-40B4-BE49-F238E27FC236}">
                <a16:creationId xmlns:a16="http://schemas.microsoft.com/office/drawing/2014/main" id="{D0317272-284C-4B2C-8F61-1C140019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3336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Row-major 0 2">
            <a:extLst xmlns:a="http://schemas.openxmlformats.org/drawingml/2006/main">
              <a:ext uri="{FF2B5EF4-FFF2-40B4-BE49-F238E27FC236}">
                <a16:creationId xmlns:a16="http://schemas.microsoft.com/office/drawing/2014/main" id="{862FFBDB-3401-4F2B-887A-0F19AA2B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3336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Column-major 0 2">
            <a:extLst xmlns:a="http://schemas.openxmlformats.org/drawingml/2006/main">
              <a:ext uri="{FF2B5EF4-FFF2-40B4-BE49-F238E27FC236}">
                <a16:creationId xmlns:a16="http://schemas.microsoft.com/office/drawing/2014/main" id="{F1085646-11BD-47CF-8AA2-061CF2F6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336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Row-major 0 3">
            <a:extLst xmlns:a="http://schemas.openxmlformats.org/drawingml/2006/main">
              <a:ext uri="{FF2B5EF4-FFF2-40B4-BE49-F238E27FC236}">
                <a16:creationId xmlns:a16="http://schemas.microsoft.com/office/drawing/2014/main" id="{C1CA5400-CBC1-473F-A9DF-A7B96169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3336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EDE"/>
          </a:solidFill>
          <a:ln xmlns:a="http://schemas.openxmlformats.org/drawingml/2006/main" w="11430">
            <a:solidFill>
              <a:srgbClr val="C94B4B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L0</a:t>
            </a:r>
          </a:p>
        </p:txBody>
      </p:sp>
      <p:sp>
        <p:nvSpPr>
          <p:cNvPr id="18" name="Column-major 0 3">
            <a:extLst xmlns:a="http://schemas.openxmlformats.org/drawingml/2006/main">
              <a:ext uri="{FF2B5EF4-FFF2-40B4-BE49-F238E27FC236}">
                <a16:creationId xmlns:a16="http://schemas.microsoft.com/office/drawing/2014/main" id="{332C3A9A-367C-4254-8031-3B3EC1D1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3336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19866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L0</a:t>
            </a:r>
          </a:p>
        </p:txBody>
      </p:sp>
      <p:sp>
        <p:nvSpPr>
          <p:cNvPr id="19" name="Row-major 0 4">
            <a:extLst xmlns:a="http://schemas.openxmlformats.org/drawingml/2006/main">
              <a:ext uri="{FF2B5EF4-FFF2-40B4-BE49-F238E27FC236}">
                <a16:creationId xmlns:a16="http://schemas.microsoft.com/office/drawing/2014/main" id="{F701F0B8-908B-4DB6-B757-FA0BB250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336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Column-major 0 4">
            <a:extLst xmlns:a="http://schemas.openxmlformats.org/drawingml/2006/main">
              <a:ext uri="{FF2B5EF4-FFF2-40B4-BE49-F238E27FC236}">
                <a16:creationId xmlns:a16="http://schemas.microsoft.com/office/drawing/2014/main" id="{4971530A-EAE2-4062-8C6C-0D48DA3C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336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Row-major 0 5">
            <a:extLst xmlns:a="http://schemas.openxmlformats.org/drawingml/2006/main">
              <a:ext uri="{FF2B5EF4-FFF2-40B4-BE49-F238E27FC236}">
                <a16:creationId xmlns:a16="http://schemas.microsoft.com/office/drawing/2014/main" id="{BCEFACFD-A6A6-4360-A540-F93905F5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3336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Column-major 0 5">
            <a:extLst xmlns:a="http://schemas.openxmlformats.org/drawingml/2006/main">
              <a:ext uri="{FF2B5EF4-FFF2-40B4-BE49-F238E27FC236}">
                <a16:creationId xmlns:a16="http://schemas.microsoft.com/office/drawing/2014/main" id="{70F7F4BA-695A-408F-A28D-C6E30893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3336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Row-major 0 6">
            <a:extLst xmlns:a="http://schemas.openxmlformats.org/drawingml/2006/main">
              <a:ext uri="{FF2B5EF4-FFF2-40B4-BE49-F238E27FC236}">
                <a16:creationId xmlns:a16="http://schemas.microsoft.com/office/drawing/2014/main" id="{7B28EB4C-405F-4462-AD5E-FB72300A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336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Column-major 0 6">
            <a:extLst xmlns:a="http://schemas.openxmlformats.org/drawingml/2006/main">
              <a:ext uri="{FF2B5EF4-FFF2-40B4-BE49-F238E27FC236}">
                <a16:creationId xmlns:a16="http://schemas.microsoft.com/office/drawing/2014/main" id="{F00A80DA-F6EE-4A17-B3B7-F6F88701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3336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Row-major 0 7">
            <a:extLst xmlns:a="http://schemas.openxmlformats.org/drawingml/2006/main">
              <a:ext uri="{FF2B5EF4-FFF2-40B4-BE49-F238E27FC236}">
                <a16:creationId xmlns:a16="http://schemas.microsoft.com/office/drawing/2014/main" id="{73E87E0E-C73C-4649-8145-7421DD4B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3336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Column-major 0 7">
            <a:extLst xmlns:a="http://schemas.openxmlformats.org/drawingml/2006/main">
              <a:ext uri="{FF2B5EF4-FFF2-40B4-BE49-F238E27FC236}">
                <a16:creationId xmlns:a16="http://schemas.microsoft.com/office/drawing/2014/main" id="{30144131-BF04-4C18-AEE7-F748DA1C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3336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BB966D-A51A-489B-A45C-F02D2361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265747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j1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1D365B-3CBE-4FFF-8B64-34FECBD6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6550" y="265747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j1</a:t>
            </a:r>
          </a:p>
        </p:txBody>
      </p:sp>
      <p:sp>
        <p:nvSpPr>
          <p:cNvPr id="29" name="Row-major 1 0">
            <a:extLst xmlns:a="http://schemas.openxmlformats.org/drawingml/2006/main">
              <a:ext uri="{FF2B5EF4-FFF2-40B4-BE49-F238E27FC236}">
                <a16:creationId xmlns:a16="http://schemas.microsoft.com/office/drawing/2014/main" id="{56625EA8-0116-4974-9E18-59B18F80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574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Column-major 1 0">
            <a:extLst xmlns:a="http://schemas.openxmlformats.org/drawingml/2006/main">
              <a:ext uri="{FF2B5EF4-FFF2-40B4-BE49-F238E27FC236}">
                <a16:creationId xmlns:a16="http://schemas.microsoft.com/office/drawing/2014/main" id="{3E92D786-616E-46CE-A4E6-B0F15EDA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574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Row-major 1 1">
            <a:extLst xmlns:a="http://schemas.openxmlformats.org/drawingml/2006/main">
              <a:ext uri="{FF2B5EF4-FFF2-40B4-BE49-F238E27FC236}">
                <a16:creationId xmlns:a16="http://schemas.microsoft.com/office/drawing/2014/main" id="{2FACE666-4E27-41BC-93C3-AFA7D2AA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6574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Column-major 1 1">
            <a:extLst xmlns:a="http://schemas.openxmlformats.org/drawingml/2006/main">
              <a:ext uri="{FF2B5EF4-FFF2-40B4-BE49-F238E27FC236}">
                <a16:creationId xmlns:a16="http://schemas.microsoft.com/office/drawing/2014/main" id="{0EDC7F45-DF92-47E1-B98C-BC0F6223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6574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Row-major 1 2">
            <a:extLst xmlns:a="http://schemas.openxmlformats.org/drawingml/2006/main">
              <a:ext uri="{FF2B5EF4-FFF2-40B4-BE49-F238E27FC236}">
                <a16:creationId xmlns:a16="http://schemas.microsoft.com/office/drawing/2014/main" id="{ADC64EC3-49D9-4160-AE9D-50CCB7B8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574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Column-major 1 2">
            <a:extLst xmlns:a="http://schemas.openxmlformats.org/drawingml/2006/main">
              <a:ext uri="{FF2B5EF4-FFF2-40B4-BE49-F238E27FC236}">
                <a16:creationId xmlns:a16="http://schemas.microsoft.com/office/drawing/2014/main" id="{E22D8809-2CD5-40A2-B33B-AD98C91A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574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Row-major 1 3">
            <a:extLst xmlns:a="http://schemas.openxmlformats.org/drawingml/2006/main">
              <a:ext uri="{FF2B5EF4-FFF2-40B4-BE49-F238E27FC236}">
                <a16:creationId xmlns:a16="http://schemas.microsoft.com/office/drawing/2014/main" id="{E52931F6-5F8F-4A89-BDB5-FB5B9100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6574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EDE"/>
          </a:solidFill>
          <a:ln xmlns:a="http://schemas.openxmlformats.org/drawingml/2006/main" w="11430">
            <a:solidFill>
              <a:srgbClr val="C94B4B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36" name="Column-major 1 3">
            <a:extLst xmlns:a="http://schemas.openxmlformats.org/drawingml/2006/main">
              <a:ext uri="{FF2B5EF4-FFF2-40B4-BE49-F238E27FC236}">
                <a16:creationId xmlns:a16="http://schemas.microsoft.com/office/drawing/2014/main" id="{EFA5BC60-5B2D-4194-B46E-78D4A63F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6574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19866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37" name="Row-major 1 4">
            <a:extLst xmlns:a="http://schemas.openxmlformats.org/drawingml/2006/main">
              <a:ext uri="{FF2B5EF4-FFF2-40B4-BE49-F238E27FC236}">
                <a16:creationId xmlns:a16="http://schemas.microsoft.com/office/drawing/2014/main" id="{A73CD0A3-EC47-4144-B31F-0A78D648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574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Column-major 1 4">
            <a:extLst xmlns:a="http://schemas.openxmlformats.org/drawingml/2006/main">
              <a:ext uri="{FF2B5EF4-FFF2-40B4-BE49-F238E27FC236}">
                <a16:creationId xmlns:a16="http://schemas.microsoft.com/office/drawing/2014/main" id="{39E10D76-99A0-4F78-A924-43DAFF53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574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9" name="Row-major 1 5">
            <a:extLst xmlns:a="http://schemas.openxmlformats.org/drawingml/2006/main">
              <a:ext uri="{FF2B5EF4-FFF2-40B4-BE49-F238E27FC236}">
                <a16:creationId xmlns:a16="http://schemas.microsoft.com/office/drawing/2014/main" id="{918ECD6A-FA57-4CFF-ABA4-78E80C5C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6574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Column-major 1 5">
            <a:extLst xmlns:a="http://schemas.openxmlformats.org/drawingml/2006/main">
              <a:ext uri="{FF2B5EF4-FFF2-40B4-BE49-F238E27FC236}">
                <a16:creationId xmlns:a16="http://schemas.microsoft.com/office/drawing/2014/main" id="{E9186CD5-57E9-4565-8ACB-BEBE5755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6574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1" name="Row-major 1 6">
            <a:extLst xmlns:a="http://schemas.openxmlformats.org/drawingml/2006/main">
              <a:ext uri="{FF2B5EF4-FFF2-40B4-BE49-F238E27FC236}">
                <a16:creationId xmlns:a16="http://schemas.microsoft.com/office/drawing/2014/main" id="{3D83855F-E73B-4578-BE35-17AF7BCF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574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2" name="Column-major 1 6">
            <a:extLst xmlns:a="http://schemas.openxmlformats.org/drawingml/2006/main">
              <a:ext uri="{FF2B5EF4-FFF2-40B4-BE49-F238E27FC236}">
                <a16:creationId xmlns:a16="http://schemas.microsoft.com/office/drawing/2014/main" id="{05BD12F3-D746-49C9-B2DF-98A602EC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574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3" name="Row-major 1 7">
            <a:extLst xmlns:a="http://schemas.openxmlformats.org/drawingml/2006/main">
              <a:ext uri="{FF2B5EF4-FFF2-40B4-BE49-F238E27FC236}">
                <a16:creationId xmlns:a16="http://schemas.microsoft.com/office/drawing/2014/main" id="{C9DA3812-8B1F-4966-8E78-A3E29690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6574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4" name="Column-major 1 7">
            <a:extLst xmlns:a="http://schemas.openxmlformats.org/drawingml/2006/main">
              <a:ext uri="{FF2B5EF4-FFF2-40B4-BE49-F238E27FC236}">
                <a16:creationId xmlns:a16="http://schemas.microsoft.com/office/drawing/2014/main" id="{E56D823A-030E-41CA-B5C4-63C3B604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574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43B0F03-9AAB-40F6-A508-80367112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298132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j2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6B23766-3DCE-41AB-A0F0-24552043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6550" y="298132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j2</a:t>
            </a:r>
          </a:p>
        </p:txBody>
      </p:sp>
      <p:sp>
        <p:nvSpPr>
          <p:cNvPr id="47" name="Row-major 2 0">
            <a:extLst xmlns:a="http://schemas.openxmlformats.org/drawingml/2006/main">
              <a:ext uri="{FF2B5EF4-FFF2-40B4-BE49-F238E27FC236}">
                <a16:creationId xmlns:a16="http://schemas.microsoft.com/office/drawing/2014/main" id="{A9B41522-CC64-4C48-88AE-04C22A1C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813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8" name="Column-major 2 0">
            <a:extLst xmlns:a="http://schemas.openxmlformats.org/drawingml/2006/main">
              <a:ext uri="{FF2B5EF4-FFF2-40B4-BE49-F238E27FC236}">
                <a16:creationId xmlns:a16="http://schemas.microsoft.com/office/drawing/2014/main" id="{2414B3C7-05E7-41FB-B71C-BE5A9957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813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9" name="Row-major 2 1">
            <a:extLst xmlns:a="http://schemas.openxmlformats.org/drawingml/2006/main">
              <a:ext uri="{FF2B5EF4-FFF2-40B4-BE49-F238E27FC236}">
                <a16:creationId xmlns:a16="http://schemas.microsoft.com/office/drawing/2014/main" id="{EBDE7E7F-9C0E-43F4-93F4-5A5B0362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9813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0" name="Column-major 2 1">
            <a:extLst xmlns:a="http://schemas.openxmlformats.org/drawingml/2006/main">
              <a:ext uri="{FF2B5EF4-FFF2-40B4-BE49-F238E27FC236}">
                <a16:creationId xmlns:a16="http://schemas.microsoft.com/office/drawing/2014/main" id="{BB618B1A-EA3A-45B2-986F-A1CB9615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9813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1" name="Row-major 2 2">
            <a:extLst xmlns:a="http://schemas.openxmlformats.org/drawingml/2006/main">
              <a:ext uri="{FF2B5EF4-FFF2-40B4-BE49-F238E27FC236}">
                <a16:creationId xmlns:a16="http://schemas.microsoft.com/office/drawing/2014/main" id="{070CF73B-0D45-47A7-8ECD-CB50ED1D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813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2" name="Column-major 2 2">
            <a:extLst xmlns:a="http://schemas.openxmlformats.org/drawingml/2006/main">
              <a:ext uri="{FF2B5EF4-FFF2-40B4-BE49-F238E27FC236}">
                <a16:creationId xmlns:a16="http://schemas.microsoft.com/office/drawing/2014/main" id="{E6E2C9E6-452F-41B9-8AF4-80AFACFD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813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ow-major 2 3">
            <a:extLst xmlns:a="http://schemas.openxmlformats.org/drawingml/2006/main">
              <a:ext uri="{FF2B5EF4-FFF2-40B4-BE49-F238E27FC236}">
                <a16:creationId xmlns:a16="http://schemas.microsoft.com/office/drawing/2014/main" id="{7863E0FC-5CDC-4ED4-B9B3-6FDCE4EE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9813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EDE"/>
          </a:solidFill>
          <a:ln xmlns:a="http://schemas.openxmlformats.org/drawingml/2006/main" w="11430">
            <a:solidFill>
              <a:srgbClr val="C94B4B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54" name="Column-major 2 3">
            <a:extLst xmlns:a="http://schemas.openxmlformats.org/drawingml/2006/main">
              <a:ext uri="{FF2B5EF4-FFF2-40B4-BE49-F238E27FC236}">
                <a16:creationId xmlns:a16="http://schemas.microsoft.com/office/drawing/2014/main" id="{46A4CFF6-6638-44ED-A3C0-6BA7E3B2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9813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19866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55" name="Row-major 2 4">
            <a:extLst xmlns:a="http://schemas.openxmlformats.org/drawingml/2006/main">
              <a:ext uri="{FF2B5EF4-FFF2-40B4-BE49-F238E27FC236}">
                <a16:creationId xmlns:a16="http://schemas.microsoft.com/office/drawing/2014/main" id="{640257C6-F701-4FFC-9F15-76AE5124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813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6" name="Column-major 2 4">
            <a:extLst xmlns:a="http://schemas.openxmlformats.org/drawingml/2006/main">
              <a:ext uri="{FF2B5EF4-FFF2-40B4-BE49-F238E27FC236}">
                <a16:creationId xmlns:a16="http://schemas.microsoft.com/office/drawing/2014/main" id="{D0315B9A-A0B3-498D-8D99-1D20AFB2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813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7" name="Row-major 2 5">
            <a:extLst xmlns:a="http://schemas.openxmlformats.org/drawingml/2006/main">
              <a:ext uri="{FF2B5EF4-FFF2-40B4-BE49-F238E27FC236}">
                <a16:creationId xmlns:a16="http://schemas.microsoft.com/office/drawing/2014/main" id="{E06F64CB-1D76-4F90-999B-2D11B5AC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9813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8" name="Column-major 2 5">
            <a:extLst xmlns:a="http://schemas.openxmlformats.org/drawingml/2006/main">
              <a:ext uri="{FF2B5EF4-FFF2-40B4-BE49-F238E27FC236}">
                <a16:creationId xmlns:a16="http://schemas.microsoft.com/office/drawing/2014/main" id="{8AEDB2A3-A6F9-47DB-AC51-DC1085D1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9813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9" name="Row-major 2 6">
            <a:extLst xmlns:a="http://schemas.openxmlformats.org/drawingml/2006/main">
              <a:ext uri="{FF2B5EF4-FFF2-40B4-BE49-F238E27FC236}">
                <a16:creationId xmlns:a16="http://schemas.microsoft.com/office/drawing/2014/main" id="{37450F81-0FFF-4C8A-B283-847D6393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813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Column-major 2 6">
            <a:extLst xmlns:a="http://schemas.openxmlformats.org/drawingml/2006/main">
              <a:ext uri="{FF2B5EF4-FFF2-40B4-BE49-F238E27FC236}">
                <a16:creationId xmlns:a16="http://schemas.microsoft.com/office/drawing/2014/main" id="{D82F82E7-CD18-4E6B-B8D5-19A624F3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9813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1" name="Row-major 2 7">
            <a:extLst xmlns:a="http://schemas.openxmlformats.org/drawingml/2006/main">
              <a:ext uri="{FF2B5EF4-FFF2-40B4-BE49-F238E27FC236}">
                <a16:creationId xmlns:a16="http://schemas.microsoft.com/office/drawing/2014/main" id="{2B798403-670B-4241-8D3A-E8095691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9813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Column-major 2 7">
            <a:extLst xmlns:a="http://schemas.openxmlformats.org/drawingml/2006/main">
              <a:ext uri="{FF2B5EF4-FFF2-40B4-BE49-F238E27FC236}">
                <a16:creationId xmlns:a16="http://schemas.microsoft.com/office/drawing/2014/main" id="{1095C2DE-8641-47F1-88D8-392A7AA5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9813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B3ECA20-268A-469A-BC8D-02FDB2AA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330517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j3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268F2AE-CEE6-4E52-8F19-C243A0D1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6550" y="330517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j3</a:t>
            </a:r>
          </a:p>
        </p:txBody>
      </p:sp>
      <p:sp>
        <p:nvSpPr>
          <p:cNvPr id="65" name="Row-major 3 0">
            <a:extLst xmlns:a="http://schemas.openxmlformats.org/drawingml/2006/main">
              <a:ext uri="{FF2B5EF4-FFF2-40B4-BE49-F238E27FC236}">
                <a16:creationId xmlns:a16="http://schemas.microsoft.com/office/drawing/2014/main" id="{BB23E0AD-589D-492A-AF94-EBCD3010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051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6" name="Column-major 3 0">
            <a:extLst xmlns:a="http://schemas.openxmlformats.org/drawingml/2006/main">
              <a:ext uri="{FF2B5EF4-FFF2-40B4-BE49-F238E27FC236}">
                <a16:creationId xmlns:a16="http://schemas.microsoft.com/office/drawing/2014/main" id="{1C80B1BD-6AF5-4060-9C1E-DE7F740B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051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Row-major 3 1">
            <a:extLst xmlns:a="http://schemas.openxmlformats.org/drawingml/2006/main">
              <a:ext uri="{FF2B5EF4-FFF2-40B4-BE49-F238E27FC236}">
                <a16:creationId xmlns:a16="http://schemas.microsoft.com/office/drawing/2014/main" id="{432DB452-1215-4355-A486-5D33A5AB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3051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8" name="Column-major 3 1">
            <a:extLst xmlns:a="http://schemas.openxmlformats.org/drawingml/2006/main">
              <a:ext uri="{FF2B5EF4-FFF2-40B4-BE49-F238E27FC236}">
                <a16:creationId xmlns:a16="http://schemas.microsoft.com/office/drawing/2014/main" id="{50566EFB-F3A6-430C-A0DD-AF2ACA8B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3051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Row-major 3 2">
            <a:extLst xmlns:a="http://schemas.openxmlformats.org/drawingml/2006/main">
              <a:ext uri="{FF2B5EF4-FFF2-40B4-BE49-F238E27FC236}">
                <a16:creationId xmlns:a16="http://schemas.microsoft.com/office/drawing/2014/main" id="{70CB1519-0CF3-4A0C-A7E4-96B3C533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3051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0" name="Column-major 3 2">
            <a:extLst xmlns:a="http://schemas.openxmlformats.org/drawingml/2006/main">
              <a:ext uri="{FF2B5EF4-FFF2-40B4-BE49-F238E27FC236}">
                <a16:creationId xmlns:a16="http://schemas.microsoft.com/office/drawing/2014/main" id="{E179EF30-6A71-45C7-97FF-5BA03C95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051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Row-major 3 3">
            <a:extLst xmlns:a="http://schemas.openxmlformats.org/drawingml/2006/main">
              <a:ext uri="{FF2B5EF4-FFF2-40B4-BE49-F238E27FC236}">
                <a16:creationId xmlns:a16="http://schemas.microsoft.com/office/drawing/2014/main" id="{AAA1EE4B-DE36-4405-A94C-0211796A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3051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EDE"/>
          </a:solidFill>
          <a:ln xmlns:a="http://schemas.openxmlformats.org/drawingml/2006/main" w="11430">
            <a:solidFill>
              <a:srgbClr val="C94B4B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72" name="Column-major 3 3">
            <a:extLst xmlns:a="http://schemas.openxmlformats.org/drawingml/2006/main">
              <a:ext uri="{FF2B5EF4-FFF2-40B4-BE49-F238E27FC236}">
                <a16:creationId xmlns:a16="http://schemas.microsoft.com/office/drawing/2014/main" id="{8E82DC7C-2E5B-4A2D-AE76-BA0C7FB2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3051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19866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73" name="Row-major 3 4">
            <a:extLst xmlns:a="http://schemas.openxmlformats.org/drawingml/2006/main">
              <a:ext uri="{FF2B5EF4-FFF2-40B4-BE49-F238E27FC236}">
                <a16:creationId xmlns:a16="http://schemas.microsoft.com/office/drawing/2014/main" id="{35146336-E5A5-4B85-8743-674B6FDF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051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4" name="Column-major 3 4">
            <a:extLst xmlns:a="http://schemas.openxmlformats.org/drawingml/2006/main">
              <a:ext uri="{FF2B5EF4-FFF2-40B4-BE49-F238E27FC236}">
                <a16:creationId xmlns:a16="http://schemas.microsoft.com/office/drawing/2014/main" id="{482A48C7-F6D3-4CA4-8279-AD35EACC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051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5" name="Row-major 3 5">
            <a:extLst xmlns:a="http://schemas.openxmlformats.org/drawingml/2006/main">
              <a:ext uri="{FF2B5EF4-FFF2-40B4-BE49-F238E27FC236}">
                <a16:creationId xmlns:a16="http://schemas.microsoft.com/office/drawing/2014/main" id="{D03F51AD-04FE-4E65-910B-218BBC15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3051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6" name="Column-major 3 5">
            <a:extLst xmlns:a="http://schemas.openxmlformats.org/drawingml/2006/main">
              <a:ext uri="{FF2B5EF4-FFF2-40B4-BE49-F238E27FC236}">
                <a16:creationId xmlns:a16="http://schemas.microsoft.com/office/drawing/2014/main" id="{63899698-214C-49E3-8556-95110E0C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3051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7" name="Row-major 3 6">
            <a:extLst xmlns:a="http://schemas.openxmlformats.org/drawingml/2006/main">
              <a:ext uri="{FF2B5EF4-FFF2-40B4-BE49-F238E27FC236}">
                <a16:creationId xmlns:a16="http://schemas.microsoft.com/office/drawing/2014/main" id="{209E60FB-1D3F-4EB9-93CC-46E38691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051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olumn-major 3 6">
            <a:extLst xmlns:a="http://schemas.openxmlformats.org/drawingml/2006/main">
              <a:ext uri="{FF2B5EF4-FFF2-40B4-BE49-F238E27FC236}">
                <a16:creationId xmlns:a16="http://schemas.microsoft.com/office/drawing/2014/main" id="{D4F1FDDD-C4F9-479C-A149-561B89A0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3051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9" name="Row-major 3 7">
            <a:extLst xmlns:a="http://schemas.openxmlformats.org/drawingml/2006/main">
              <a:ext uri="{FF2B5EF4-FFF2-40B4-BE49-F238E27FC236}">
                <a16:creationId xmlns:a16="http://schemas.microsoft.com/office/drawing/2014/main" id="{73454D2C-CB6C-48E8-B3C8-77083EEE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3051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olumn-major 3 7">
            <a:extLst xmlns:a="http://schemas.openxmlformats.org/drawingml/2006/main">
              <a:ext uri="{FF2B5EF4-FFF2-40B4-BE49-F238E27FC236}">
                <a16:creationId xmlns:a16="http://schemas.microsoft.com/office/drawing/2014/main" id="{C8397285-8381-435A-BE7C-8BE39D5D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3051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C8F635E-D5B5-4D12-91C0-1412D5B3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362902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j4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CAB56A9-9473-4743-9515-70692DFC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6550" y="362902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j4</a:t>
            </a:r>
          </a:p>
        </p:txBody>
      </p:sp>
      <p:sp>
        <p:nvSpPr>
          <p:cNvPr id="83" name="Row-major 4 0">
            <a:extLst xmlns:a="http://schemas.openxmlformats.org/drawingml/2006/main">
              <a:ext uri="{FF2B5EF4-FFF2-40B4-BE49-F238E27FC236}">
                <a16:creationId xmlns:a16="http://schemas.microsoft.com/office/drawing/2014/main" id="{DC60A225-C415-4027-8A3F-C18A954B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290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lumn-major 4 0">
            <a:extLst xmlns:a="http://schemas.openxmlformats.org/drawingml/2006/main">
              <a:ext uri="{FF2B5EF4-FFF2-40B4-BE49-F238E27FC236}">
                <a16:creationId xmlns:a16="http://schemas.microsoft.com/office/drawing/2014/main" id="{0D71EC9A-937F-40A9-AC3C-B73347D7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290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5" name="Row-major 4 1">
            <a:extLst xmlns:a="http://schemas.openxmlformats.org/drawingml/2006/main">
              <a:ext uri="{FF2B5EF4-FFF2-40B4-BE49-F238E27FC236}">
                <a16:creationId xmlns:a16="http://schemas.microsoft.com/office/drawing/2014/main" id="{FCEF9A9B-44F2-4681-8E1F-F549A085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6290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lumn-major 4 1">
            <a:extLst xmlns:a="http://schemas.openxmlformats.org/drawingml/2006/main">
              <a:ext uri="{FF2B5EF4-FFF2-40B4-BE49-F238E27FC236}">
                <a16:creationId xmlns:a16="http://schemas.microsoft.com/office/drawing/2014/main" id="{AAB7DD79-1E19-411A-B0A8-E11950FE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6290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7" name="Row-major 4 2">
            <a:extLst xmlns:a="http://schemas.openxmlformats.org/drawingml/2006/main">
              <a:ext uri="{FF2B5EF4-FFF2-40B4-BE49-F238E27FC236}">
                <a16:creationId xmlns:a16="http://schemas.microsoft.com/office/drawing/2014/main" id="{8B41B408-392E-45AB-A5D0-EBFD7234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290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8" name="Column-major 4 2">
            <a:extLst xmlns:a="http://schemas.openxmlformats.org/drawingml/2006/main">
              <a:ext uri="{FF2B5EF4-FFF2-40B4-BE49-F238E27FC236}">
                <a16:creationId xmlns:a16="http://schemas.microsoft.com/office/drawing/2014/main" id="{89A6F6FE-F329-4896-BB49-DC3CAA3B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290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9" name="Row-major 4 3">
            <a:extLst xmlns:a="http://schemas.openxmlformats.org/drawingml/2006/main">
              <a:ext uri="{FF2B5EF4-FFF2-40B4-BE49-F238E27FC236}">
                <a16:creationId xmlns:a16="http://schemas.microsoft.com/office/drawing/2014/main" id="{5B057507-3AB2-48ED-AB57-74CAA0A2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6290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EDE"/>
          </a:solidFill>
          <a:ln xmlns:a="http://schemas.openxmlformats.org/drawingml/2006/main" w="11430">
            <a:solidFill>
              <a:srgbClr val="C94B4B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90" name="Column-major 4 3">
            <a:extLst xmlns:a="http://schemas.openxmlformats.org/drawingml/2006/main">
              <a:ext uri="{FF2B5EF4-FFF2-40B4-BE49-F238E27FC236}">
                <a16:creationId xmlns:a16="http://schemas.microsoft.com/office/drawing/2014/main" id="{9FEE61EC-CB79-4F15-B305-6EEEF19D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6290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19866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91" name="Row-major 4 4">
            <a:extLst xmlns:a="http://schemas.openxmlformats.org/drawingml/2006/main">
              <a:ext uri="{FF2B5EF4-FFF2-40B4-BE49-F238E27FC236}">
                <a16:creationId xmlns:a16="http://schemas.microsoft.com/office/drawing/2014/main" id="{E77652FB-B282-4C89-9D21-A3EDA002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290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2" name="Column-major 4 4">
            <a:extLst xmlns:a="http://schemas.openxmlformats.org/drawingml/2006/main">
              <a:ext uri="{FF2B5EF4-FFF2-40B4-BE49-F238E27FC236}">
                <a16:creationId xmlns:a16="http://schemas.microsoft.com/office/drawing/2014/main" id="{5DE1D882-29DE-4C0D-AFAC-D77EC96B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290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3" name="Row-major 4 5">
            <a:extLst xmlns:a="http://schemas.openxmlformats.org/drawingml/2006/main">
              <a:ext uri="{FF2B5EF4-FFF2-40B4-BE49-F238E27FC236}">
                <a16:creationId xmlns:a16="http://schemas.microsoft.com/office/drawing/2014/main" id="{4970C46F-6E46-4670-8A04-BDA3C133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6290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4" name="Column-major 4 5">
            <a:extLst xmlns:a="http://schemas.openxmlformats.org/drawingml/2006/main">
              <a:ext uri="{FF2B5EF4-FFF2-40B4-BE49-F238E27FC236}">
                <a16:creationId xmlns:a16="http://schemas.microsoft.com/office/drawing/2014/main" id="{D177751E-BD44-480D-B7A0-461FFE97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6290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5" name="Row-major 4 6">
            <a:extLst xmlns:a="http://schemas.openxmlformats.org/drawingml/2006/main">
              <a:ext uri="{FF2B5EF4-FFF2-40B4-BE49-F238E27FC236}">
                <a16:creationId xmlns:a16="http://schemas.microsoft.com/office/drawing/2014/main" id="{0BAAD4D7-4A9A-4D5D-9F8F-6995D4D4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290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6" name="Column-major 4 6">
            <a:extLst xmlns:a="http://schemas.openxmlformats.org/drawingml/2006/main">
              <a:ext uri="{FF2B5EF4-FFF2-40B4-BE49-F238E27FC236}">
                <a16:creationId xmlns:a16="http://schemas.microsoft.com/office/drawing/2014/main" id="{8141FAAB-0B45-4802-A8B1-D750B3E8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6290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7" name="Row-major 4 7">
            <a:extLst xmlns:a="http://schemas.openxmlformats.org/drawingml/2006/main">
              <a:ext uri="{FF2B5EF4-FFF2-40B4-BE49-F238E27FC236}">
                <a16:creationId xmlns:a16="http://schemas.microsoft.com/office/drawing/2014/main" id="{F738DC4B-860C-4880-A09B-87327719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6290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8" name="Column-major 4 7">
            <a:extLst xmlns:a="http://schemas.openxmlformats.org/drawingml/2006/main">
              <a:ext uri="{FF2B5EF4-FFF2-40B4-BE49-F238E27FC236}">
                <a16:creationId xmlns:a16="http://schemas.microsoft.com/office/drawing/2014/main" id="{2D8C795B-F366-4E1A-83F3-2EBCBF7F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6290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32BD1B3-6D75-4849-99EC-A541BCBF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395287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j5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B159DAC-2C7E-4803-ACC0-1A9F784D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6550" y="395287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j5</a:t>
            </a:r>
          </a:p>
        </p:txBody>
      </p:sp>
      <p:sp>
        <p:nvSpPr>
          <p:cNvPr id="101" name="Row-major 5 0">
            <a:extLst xmlns:a="http://schemas.openxmlformats.org/drawingml/2006/main">
              <a:ext uri="{FF2B5EF4-FFF2-40B4-BE49-F238E27FC236}">
                <a16:creationId xmlns:a16="http://schemas.microsoft.com/office/drawing/2014/main" id="{DD0EE1F5-B09B-4F9A-9B75-9E2D0489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528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2" name="Column-major 5 0">
            <a:extLst xmlns:a="http://schemas.openxmlformats.org/drawingml/2006/main">
              <a:ext uri="{FF2B5EF4-FFF2-40B4-BE49-F238E27FC236}">
                <a16:creationId xmlns:a16="http://schemas.microsoft.com/office/drawing/2014/main" id="{B2A06AD7-BF86-4CF5-BDC3-C9703760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528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3" name="Row-major 5 1">
            <a:extLst xmlns:a="http://schemas.openxmlformats.org/drawingml/2006/main">
              <a:ext uri="{FF2B5EF4-FFF2-40B4-BE49-F238E27FC236}">
                <a16:creationId xmlns:a16="http://schemas.microsoft.com/office/drawing/2014/main" id="{FF8EDC7F-D80E-466F-A552-344BD1E9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9528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4" name="Column-major 5 1">
            <a:extLst xmlns:a="http://schemas.openxmlformats.org/drawingml/2006/main">
              <a:ext uri="{FF2B5EF4-FFF2-40B4-BE49-F238E27FC236}">
                <a16:creationId xmlns:a16="http://schemas.microsoft.com/office/drawing/2014/main" id="{BB87221B-AAD1-467C-9C69-7B9998DE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9528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5" name="Row-major 5 2">
            <a:extLst xmlns:a="http://schemas.openxmlformats.org/drawingml/2006/main">
              <a:ext uri="{FF2B5EF4-FFF2-40B4-BE49-F238E27FC236}">
                <a16:creationId xmlns:a16="http://schemas.microsoft.com/office/drawing/2014/main" id="{E7DAECCD-6C55-4FE1-9877-8D87A8A1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528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6" name="Column-major 5 2">
            <a:extLst xmlns:a="http://schemas.openxmlformats.org/drawingml/2006/main">
              <a:ext uri="{FF2B5EF4-FFF2-40B4-BE49-F238E27FC236}">
                <a16:creationId xmlns:a16="http://schemas.microsoft.com/office/drawing/2014/main" id="{78E4AC50-0EC4-4259-987C-606CAC26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528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7" name="Row-major 5 3">
            <a:extLst xmlns:a="http://schemas.openxmlformats.org/drawingml/2006/main">
              <a:ext uri="{FF2B5EF4-FFF2-40B4-BE49-F238E27FC236}">
                <a16:creationId xmlns:a16="http://schemas.microsoft.com/office/drawing/2014/main" id="{5473BDEE-6DDD-460C-AAC2-A91DB027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9528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EDE"/>
          </a:solidFill>
          <a:ln xmlns:a="http://schemas.openxmlformats.org/drawingml/2006/main" w="11430">
            <a:solidFill>
              <a:srgbClr val="C94B4B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L5</a:t>
            </a:r>
          </a:p>
        </p:txBody>
      </p:sp>
      <p:sp>
        <p:nvSpPr>
          <p:cNvPr id="108" name="Column-major 5 3">
            <a:extLst xmlns:a="http://schemas.openxmlformats.org/drawingml/2006/main">
              <a:ext uri="{FF2B5EF4-FFF2-40B4-BE49-F238E27FC236}">
                <a16:creationId xmlns:a16="http://schemas.microsoft.com/office/drawing/2014/main" id="{2CECBAC9-3040-4DBE-8B4F-1455A5AE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9528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19866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L5</a:t>
            </a:r>
          </a:p>
        </p:txBody>
      </p:sp>
      <p:sp>
        <p:nvSpPr>
          <p:cNvPr id="109" name="Row-major 5 4">
            <a:extLst xmlns:a="http://schemas.openxmlformats.org/drawingml/2006/main">
              <a:ext uri="{FF2B5EF4-FFF2-40B4-BE49-F238E27FC236}">
                <a16:creationId xmlns:a16="http://schemas.microsoft.com/office/drawing/2014/main" id="{1EC53B9D-48AF-460D-AB26-B5A132BD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9528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0" name="Column-major 5 4">
            <a:extLst xmlns:a="http://schemas.openxmlformats.org/drawingml/2006/main">
              <a:ext uri="{FF2B5EF4-FFF2-40B4-BE49-F238E27FC236}">
                <a16:creationId xmlns:a16="http://schemas.microsoft.com/office/drawing/2014/main" id="{2B468C9A-88AA-42E6-88DE-EB1C476B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528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1" name="Row-major 5 5">
            <a:extLst xmlns:a="http://schemas.openxmlformats.org/drawingml/2006/main">
              <a:ext uri="{FF2B5EF4-FFF2-40B4-BE49-F238E27FC236}">
                <a16:creationId xmlns:a16="http://schemas.microsoft.com/office/drawing/2014/main" id="{4956C062-3B8A-4F1F-9564-0B49D929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9528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2" name="Column-major 5 5">
            <a:extLst xmlns:a="http://schemas.openxmlformats.org/drawingml/2006/main">
              <a:ext uri="{FF2B5EF4-FFF2-40B4-BE49-F238E27FC236}">
                <a16:creationId xmlns:a16="http://schemas.microsoft.com/office/drawing/2014/main" id="{EED0AFE6-D07C-480B-B7B6-0D5983F5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9528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3" name="Row-major 5 6">
            <a:extLst xmlns:a="http://schemas.openxmlformats.org/drawingml/2006/main">
              <a:ext uri="{FF2B5EF4-FFF2-40B4-BE49-F238E27FC236}">
                <a16:creationId xmlns:a16="http://schemas.microsoft.com/office/drawing/2014/main" id="{EB887F03-5C9C-4C34-98C1-1EB31F8B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528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4" name="Column-major 5 6">
            <a:extLst xmlns:a="http://schemas.openxmlformats.org/drawingml/2006/main">
              <a:ext uri="{FF2B5EF4-FFF2-40B4-BE49-F238E27FC236}">
                <a16:creationId xmlns:a16="http://schemas.microsoft.com/office/drawing/2014/main" id="{6BFC3343-7D39-4AB2-A0DC-25DA8E30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9528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5" name="Row-major 5 7">
            <a:extLst xmlns:a="http://schemas.openxmlformats.org/drawingml/2006/main">
              <a:ext uri="{FF2B5EF4-FFF2-40B4-BE49-F238E27FC236}">
                <a16:creationId xmlns:a16="http://schemas.microsoft.com/office/drawing/2014/main" id="{B5CE2AD1-0082-48FF-8797-EB579654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9528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6" name="Column-major 5 7">
            <a:extLst xmlns:a="http://schemas.openxmlformats.org/drawingml/2006/main">
              <a:ext uri="{FF2B5EF4-FFF2-40B4-BE49-F238E27FC236}">
                <a16:creationId xmlns:a16="http://schemas.microsoft.com/office/drawing/2014/main" id="{B61B7DD5-0BED-4FE3-B743-57B1BA81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7FB2B19-181F-48CC-BA68-C1326E8F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427672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j6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92AC2C9-B235-4314-8624-A563107A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6550" y="427672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j6</a:t>
            </a:r>
          </a:p>
        </p:txBody>
      </p:sp>
      <p:sp>
        <p:nvSpPr>
          <p:cNvPr id="119" name="Row-major 6 0">
            <a:extLst xmlns:a="http://schemas.openxmlformats.org/drawingml/2006/main">
              <a:ext uri="{FF2B5EF4-FFF2-40B4-BE49-F238E27FC236}">
                <a16:creationId xmlns:a16="http://schemas.microsoft.com/office/drawing/2014/main" id="{3F86D11A-240F-4E60-AAF6-F0DA421C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767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0" name="Column-major 6 0">
            <a:extLst xmlns:a="http://schemas.openxmlformats.org/drawingml/2006/main">
              <a:ext uri="{FF2B5EF4-FFF2-40B4-BE49-F238E27FC236}">
                <a16:creationId xmlns:a16="http://schemas.microsoft.com/office/drawing/2014/main" id="{38AAD33F-E9C5-4315-AEDB-47061588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767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1" name="Row-major 6 1">
            <a:extLst xmlns:a="http://schemas.openxmlformats.org/drawingml/2006/main">
              <a:ext uri="{FF2B5EF4-FFF2-40B4-BE49-F238E27FC236}">
                <a16:creationId xmlns:a16="http://schemas.microsoft.com/office/drawing/2014/main" id="{3BE3AB30-EB0D-493D-9170-4F5702C5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2767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2" name="Column-major 6 1">
            <a:extLst xmlns:a="http://schemas.openxmlformats.org/drawingml/2006/main">
              <a:ext uri="{FF2B5EF4-FFF2-40B4-BE49-F238E27FC236}">
                <a16:creationId xmlns:a16="http://schemas.microsoft.com/office/drawing/2014/main" id="{D0EAEB30-9A50-466C-80EB-9F0C8947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2767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3" name="Row-major 6 2">
            <a:extLst xmlns:a="http://schemas.openxmlformats.org/drawingml/2006/main">
              <a:ext uri="{FF2B5EF4-FFF2-40B4-BE49-F238E27FC236}">
                <a16:creationId xmlns:a16="http://schemas.microsoft.com/office/drawing/2014/main" id="{E3DB4180-573F-47ED-A963-09B706C8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767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4" name="Column-major 6 2">
            <a:extLst xmlns:a="http://schemas.openxmlformats.org/drawingml/2006/main">
              <a:ext uri="{FF2B5EF4-FFF2-40B4-BE49-F238E27FC236}">
                <a16:creationId xmlns:a16="http://schemas.microsoft.com/office/drawing/2014/main" id="{483B9B1D-1D1B-4438-8DDB-1346D1D8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767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5" name="Row-major 6 3">
            <a:extLst xmlns:a="http://schemas.openxmlformats.org/drawingml/2006/main">
              <a:ext uri="{FF2B5EF4-FFF2-40B4-BE49-F238E27FC236}">
                <a16:creationId xmlns:a16="http://schemas.microsoft.com/office/drawing/2014/main" id="{4AD3C64A-A89E-434A-B52A-D416B6EF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2767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EDE"/>
          </a:solidFill>
          <a:ln xmlns:a="http://schemas.openxmlformats.org/drawingml/2006/main" w="11430">
            <a:solidFill>
              <a:srgbClr val="C94B4B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L6</a:t>
            </a:r>
          </a:p>
        </p:txBody>
      </p:sp>
      <p:sp>
        <p:nvSpPr>
          <p:cNvPr id="126" name="Column-major 6 3">
            <a:extLst xmlns:a="http://schemas.openxmlformats.org/drawingml/2006/main">
              <a:ext uri="{FF2B5EF4-FFF2-40B4-BE49-F238E27FC236}">
                <a16:creationId xmlns:a16="http://schemas.microsoft.com/office/drawing/2014/main" id="{5A1D7835-A272-4E2F-954C-DCDD1E8F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2767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19866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L6</a:t>
            </a:r>
          </a:p>
        </p:txBody>
      </p:sp>
      <p:sp>
        <p:nvSpPr>
          <p:cNvPr id="127" name="Row-major 6 4">
            <a:extLst xmlns:a="http://schemas.openxmlformats.org/drawingml/2006/main">
              <a:ext uri="{FF2B5EF4-FFF2-40B4-BE49-F238E27FC236}">
                <a16:creationId xmlns:a16="http://schemas.microsoft.com/office/drawing/2014/main" id="{8782D4AE-2BFB-419B-A6D5-A7C77355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2767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8" name="Column-major 6 4">
            <a:extLst xmlns:a="http://schemas.openxmlformats.org/drawingml/2006/main">
              <a:ext uri="{FF2B5EF4-FFF2-40B4-BE49-F238E27FC236}">
                <a16:creationId xmlns:a16="http://schemas.microsoft.com/office/drawing/2014/main" id="{92B2536D-95A0-40CD-9571-63613470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767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9" name="Row-major 6 5">
            <a:extLst xmlns:a="http://schemas.openxmlformats.org/drawingml/2006/main">
              <a:ext uri="{FF2B5EF4-FFF2-40B4-BE49-F238E27FC236}">
                <a16:creationId xmlns:a16="http://schemas.microsoft.com/office/drawing/2014/main" id="{0D8E0F07-3809-48F1-BEDB-94A328DB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2767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0" name="Column-major 6 5">
            <a:extLst xmlns:a="http://schemas.openxmlformats.org/drawingml/2006/main">
              <a:ext uri="{FF2B5EF4-FFF2-40B4-BE49-F238E27FC236}">
                <a16:creationId xmlns:a16="http://schemas.microsoft.com/office/drawing/2014/main" id="{F26BE8F8-70CB-4106-838A-79DDD583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2767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1" name="Row-major 6 6">
            <a:extLst xmlns:a="http://schemas.openxmlformats.org/drawingml/2006/main">
              <a:ext uri="{FF2B5EF4-FFF2-40B4-BE49-F238E27FC236}">
                <a16:creationId xmlns:a16="http://schemas.microsoft.com/office/drawing/2014/main" id="{ECE7EF3A-447C-48F5-821E-6B346C3E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2" name="Column-major 6 6">
            <a:extLst xmlns:a="http://schemas.openxmlformats.org/drawingml/2006/main">
              <a:ext uri="{FF2B5EF4-FFF2-40B4-BE49-F238E27FC236}">
                <a16:creationId xmlns:a16="http://schemas.microsoft.com/office/drawing/2014/main" id="{2035B196-2070-415E-86BC-F01A4264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2767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3" name="Row-major 6 7">
            <a:extLst xmlns:a="http://schemas.openxmlformats.org/drawingml/2006/main">
              <a:ext uri="{FF2B5EF4-FFF2-40B4-BE49-F238E27FC236}">
                <a16:creationId xmlns:a16="http://schemas.microsoft.com/office/drawing/2014/main" id="{9FC79FBE-F212-44A8-AB14-7F0175F9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2767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4" name="Column-major 6 7">
            <a:extLst xmlns:a="http://schemas.openxmlformats.org/drawingml/2006/main">
              <a:ext uri="{FF2B5EF4-FFF2-40B4-BE49-F238E27FC236}">
                <a16:creationId xmlns:a16="http://schemas.microsoft.com/office/drawing/2014/main" id="{E06493A1-9840-47EF-ADCA-D754B036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27672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A210B2C-2685-4024-9F12-BBE35614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460057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j7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1628AC5-5981-4531-ACAB-F97642B4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6550" y="460057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870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84"/>
                </a:solidFill>
                <a:latin typeface="Arial"/>
                <a:ea typeface="Arial"/>
                <a:cs typeface="Arial"/>
              </a:rPr>
              <a:t>j7</a:t>
            </a:r>
          </a:p>
        </p:txBody>
      </p:sp>
      <p:sp>
        <p:nvSpPr>
          <p:cNvPr id="137" name="Row-major 7 0">
            <a:extLst xmlns:a="http://schemas.openxmlformats.org/drawingml/2006/main">
              <a:ext uri="{FF2B5EF4-FFF2-40B4-BE49-F238E27FC236}">
                <a16:creationId xmlns:a16="http://schemas.microsoft.com/office/drawing/2014/main" id="{D1B8B359-70D3-463A-AE31-F92FEEB6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005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8" name="Column-major 7 0">
            <a:extLst xmlns:a="http://schemas.openxmlformats.org/drawingml/2006/main">
              <a:ext uri="{FF2B5EF4-FFF2-40B4-BE49-F238E27FC236}">
                <a16:creationId xmlns:a16="http://schemas.microsoft.com/office/drawing/2014/main" id="{5D5F9763-D479-46CD-BC24-31FBC753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005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9" name="Row-major 7 1">
            <a:extLst xmlns:a="http://schemas.openxmlformats.org/drawingml/2006/main">
              <a:ext uri="{FF2B5EF4-FFF2-40B4-BE49-F238E27FC236}">
                <a16:creationId xmlns:a16="http://schemas.microsoft.com/office/drawing/2014/main" id="{F69665FE-9487-42D2-87C2-C40A20C2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005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0" name="Column-major 7 1">
            <a:extLst xmlns:a="http://schemas.openxmlformats.org/drawingml/2006/main">
              <a:ext uri="{FF2B5EF4-FFF2-40B4-BE49-F238E27FC236}">
                <a16:creationId xmlns:a16="http://schemas.microsoft.com/office/drawing/2014/main" id="{F67312C2-DAAC-408D-9B92-1F7E6523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6005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1" name="Row-major 7 2">
            <a:extLst xmlns:a="http://schemas.openxmlformats.org/drawingml/2006/main">
              <a:ext uri="{FF2B5EF4-FFF2-40B4-BE49-F238E27FC236}">
                <a16:creationId xmlns:a16="http://schemas.microsoft.com/office/drawing/2014/main" id="{5951210F-2507-42A2-A494-0DE78C97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005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2" name="Column-major 7 2">
            <a:extLst xmlns:a="http://schemas.openxmlformats.org/drawingml/2006/main">
              <a:ext uri="{FF2B5EF4-FFF2-40B4-BE49-F238E27FC236}">
                <a16:creationId xmlns:a16="http://schemas.microsoft.com/office/drawing/2014/main" id="{6EC4B557-218E-4FED-9039-F47C99DE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005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3" name="Row-major 7 3">
            <a:extLst xmlns:a="http://schemas.openxmlformats.org/drawingml/2006/main">
              <a:ext uri="{FF2B5EF4-FFF2-40B4-BE49-F238E27FC236}">
                <a16:creationId xmlns:a16="http://schemas.microsoft.com/office/drawing/2014/main" id="{BD1D0444-59F2-4109-B0EC-6478C23E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6005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EDE"/>
          </a:solidFill>
          <a:ln xmlns:a="http://schemas.openxmlformats.org/drawingml/2006/main" w="11430">
            <a:solidFill>
              <a:srgbClr val="C94B4B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L7</a:t>
            </a:r>
          </a:p>
        </p:txBody>
      </p:sp>
      <p:sp>
        <p:nvSpPr>
          <p:cNvPr id="144" name="Column-major 7 3">
            <a:extLst xmlns:a="http://schemas.openxmlformats.org/drawingml/2006/main">
              <a:ext uri="{FF2B5EF4-FFF2-40B4-BE49-F238E27FC236}">
                <a16:creationId xmlns:a16="http://schemas.microsoft.com/office/drawing/2014/main" id="{1BEF1602-4AA6-49E4-BB84-ECDA9B80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6005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19866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L7</a:t>
            </a:r>
          </a:p>
        </p:txBody>
      </p:sp>
      <p:sp>
        <p:nvSpPr>
          <p:cNvPr id="145" name="Row-major 7 4">
            <a:extLst xmlns:a="http://schemas.openxmlformats.org/drawingml/2006/main">
              <a:ext uri="{FF2B5EF4-FFF2-40B4-BE49-F238E27FC236}">
                <a16:creationId xmlns:a16="http://schemas.microsoft.com/office/drawing/2014/main" id="{236D10EC-0B20-41D5-90F5-A6FCE8BA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6005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6" name="Column-major 7 4">
            <a:extLst xmlns:a="http://schemas.openxmlformats.org/drawingml/2006/main">
              <a:ext uri="{FF2B5EF4-FFF2-40B4-BE49-F238E27FC236}">
                <a16:creationId xmlns:a16="http://schemas.microsoft.com/office/drawing/2014/main" id="{5929A645-82BB-4587-9977-89D3EBE2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005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7" name="Row-major 7 5">
            <a:extLst xmlns:a="http://schemas.openxmlformats.org/drawingml/2006/main">
              <a:ext uri="{FF2B5EF4-FFF2-40B4-BE49-F238E27FC236}">
                <a16:creationId xmlns:a16="http://schemas.microsoft.com/office/drawing/2014/main" id="{151CD4A3-B853-43F0-A428-9C81ED1C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6005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8" name="Column-major 7 5">
            <a:extLst xmlns:a="http://schemas.openxmlformats.org/drawingml/2006/main">
              <a:ext uri="{FF2B5EF4-FFF2-40B4-BE49-F238E27FC236}">
                <a16:creationId xmlns:a16="http://schemas.microsoft.com/office/drawing/2014/main" id="{75535A04-951A-40E6-A8A5-DEE6D372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6005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9" name="Row-major 7 6">
            <a:extLst xmlns:a="http://schemas.openxmlformats.org/drawingml/2006/main">
              <a:ext uri="{FF2B5EF4-FFF2-40B4-BE49-F238E27FC236}">
                <a16:creationId xmlns:a16="http://schemas.microsoft.com/office/drawing/2014/main" id="{7CA4C307-6F2C-4DD6-95E5-0D7E3DC9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005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0" name="Column-major 7 6">
            <a:extLst xmlns:a="http://schemas.openxmlformats.org/drawingml/2006/main">
              <a:ext uri="{FF2B5EF4-FFF2-40B4-BE49-F238E27FC236}">
                <a16:creationId xmlns:a16="http://schemas.microsoft.com/office/drawing/2014/main" id="{DE4F3A0E-EB87-401A-95EE-2993016B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6005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1" name="Row-major 7 7">
            <a:extLst xmlns:a="http://schemas.openxmlformats.org/drawingml/2006/main">
              <a:ext uri="{FF2B5EF4-FFF2-40B4-BE49-F238E27FC236}">
                <a16:creationId xmlns:a16="http://schemas.microsoft.com/office/drawing/2014/main" id="{622FCDEA-0038-4485-B747-FDB5C1F4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6005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2" name="Column-major 7 7">
            <a:extLst xmlns:a="http://schemas.openxmlformats.org/drawingml/2006/main">
              <a:ext uri="{FF2B5EF4-FFF2-40B4-BE49-F238E27FC236}">
                <a16:creationId xmlns:a16="http://schemas.microsoft.com/office/drawing/2014/main" id="{57AD2DE0-3CF5-4BD9-B1DD-41ABC90D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600575"/>
            <a:ext cx="447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B7C2F069-CE6E-4C22-8748-A0058D36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8875" y="5019675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94B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94B4B"/>
                </a:solidFill>
                <a:latin typeface="Arial"/>
                <a:ea typeface="Arial"/>
                <a:cs typeface="Arial"/>
              </a:rPr>
              <a:t>c fissato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618981C-A0B7-49AD-97EE-24E6CEDD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2475" y="5019675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98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866E"/>
                </a:solidFill>
                <a:latin typeface="Arial"/>
                <a:ea typeface="Arial"/>
                <a:cs typeface="Arial"/>
              </a:rPr>
              <a:t>c fissato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9488313A-BFF9-4A4F-BB22-8139B3D9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5381625"/>
            <a:ext cx="4610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ordine fisico in memoria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CEA8ABAB-B4D8-49E1-8F32-FDF97F56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0" y="5381625"/>
            <a:ext cx="4610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324A"/>
                </a:solidFill>
                <a:latin typeface="Arial"/>
                <a:ea typeface="Arial"/>
                <a:cs typeface="Arial"/>
              </a:rPr>
              <a:t>ordine fisico in memoria</a:t>
            </a:r>
          </a:p>
        </p:txBody>
      </p:sp>
      <p:sp>
        <p:nvSpPr>
          <p:cNvPr id="157" name="Memoria row-major 0">
            <a:extLst xmlns:a="http://schemas.openxmlformats.org/drawingml/2006/main">
              <a:ext uri="{FF2B5EF4-FFF2-40B4-BE49-F238E27FC236}">
                <a16:creationId xmlns:a16="http://schemas.microsoft.com/office/drawing/2014/main" id="{A428A2E2-B40A-43B7-96EF-4AD40C9A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43575"/>
            <a:ext cx="2762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8" name="Memoria column-major 0">
            <a:extLst xmlns:a="http://schemas.openxmlformats.org/drawingml/2006/main">
              <a:ext uri="{FF2B5EF4-FFF2-40B4-BE49-F238E27FC236}">
                <a16:creationId xmlns:a16="http://schemas.microsoft.com/office/drawing/2014/main" id="{EE9B624D-94D9-4513-92C5-B30FF613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743575"/>
            <a:ext cx="2762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9" name="Memoria row-major 1">
            <a:extLst xmlns:a="http://schemas.openxmlformats.org/drawingml/2006/main">
              <a:ext uri="{FF2B5EF4-FFF2-40B4-BE49-F238E27FC236}">
                <a16:creationId xmlns:a16="http://schemas.microsoft.com/office/drawing/2014/main" id="{62056ADF-0C0F-47DB-8BCD-0CA83C2A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743575"/>
            <a:ext cx="2762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0" name="Memoria column-major 1">
            <a:extLst xmlns:a="http://schemas.openxmlformats.org/drawingml/2006/main">
              <a:ext uri="{FF2B5EF4-FFF2-40B4-BE49-F238E27FC236}">
                <a16:creationId xmlns:a16="http://schemas.microsoft.com/office/drawing/2014/main" id="{3254614E-8600-41F7-A293-5A3D0E72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743575"/>
            <a:ext cx="2762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1" name="Memoria row-major 2">
            <a:extLst xmlns:a="http://schemas.openxmlformats.org/drawingml/2006/main">
              <a:ext uri="{FF2B5EF4-FFF2-40B4-BE49-F238E27FC236}">
                <a16:creationId xmlns:a16="http://schemas.microsoft.com/office/drawing/2014/main" id="{2A127CB9-5883-43A9-8F2C-5BDD8923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43575"/>
            <a:ext cx="2762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EDE"/>
          </a:solidFill>
          <a:ln xmlns:a="http://schemas.openxmlformats.org/drawingml/2006/main" w="11430">
            <a:solidFill>
              <a:srgbClr val="C94B4B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4B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94B4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2" name="Memoria column-major 2">
            <a:extLst xmlns:a="http://schemas.openxmlformats.org/drawingml/2006/main">
              <a:ext uri="{FF2B5EF4-FFF2-40B4-BE49-F238E27FC236}">
                <a16:creationId xmlns:a16="http://schemas.microsoft.com/office/drawing/2014/main" id="{E9690340-7DE7-41A3-9BA4-69CCA0D3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743575"/>
            <a:ext cx="2762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3" name="Memoria row-major 3">
            <a:extLst xmlns:a="http://schemas.openxmlformats.org/drawingml/2006/main">
              <a:ext uri="{FF2B5EF4-FFF2-40B4-BE49-F238E27FC236}">
                <a16:creationId xmlns:a16="http://schemas.microsoft.com/office/drawing/2014/main" id="{C2DEC532-17EB-4D62-AD96-EDBAED93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5743575"/>
            <a:ext cx="2762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4" name="Memoria column-major 3">
            <a:extLst xmlns:a="http://schemas.openxmlformats.org/drawingml/2006/main">
              <a:ext uri="{FF2B5EF4-FFF2-40B4-BE49-F238E27FC236}">
                <a16:creationId xmlns:a16="http://schemas.microsoft.com/office/drawing/2014/main" id="{6F71CF90-F323-484D-9D69-A2D59A74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743575"/>
            <a:ext cx="2762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5" name="Memoria row-major 4">
            <a:extLst xmlns:a="http://schemas.openxmlformats.org/drawingml/2006/main">
              <a:ext uri="{FF2B5EF4-FFF2-40B4-BE49-F238E27FC236}">
                <a16:creationId xmlns:a16="http://schemas.microsoft.com/office/drawing/2014/main" id="{BBD0F23D-DF8D-456C-A839-341B253E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43575"/>
            <a:ext cx="2762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6" name="Memoria column-major 4">
            <a:extLst xmlns:a="http://schemas.openxmlformats.org/drawingml/2006/main">
              <a:ext uri="{FF2B5EF4-FFF2-40B4-BE49-F238E27FC236}">
                <a16:creationId xmlns:a16="http://schemas.microsoft.com/office/drawing/2014/main" id="{7B375A28-62F6-4DD2-B8B0-DC8454D2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743575"/>
            <a:ext cx="2762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19866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86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866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7" name="Memoria row-major 5">
            <a:extLst xmlns:a="http://schemas.openxmlformats.org/drawingml/2006/main">
              <a:ext uri="{FF2B5EF4-FFF2-40B4-BE49-F238E27FC236}">
                <a16:creationId xmlns:a16="http://schemas.microsoft.com/office/drawing/2014/main" id="{41F8F40F-8CCE-4140-B2FA-28464797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743575"/>
            <a:ext cx="2762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8" name="Memoria column-major 5">
            <a:extLst xmlns:a="http://schemas.openxmlformats.org/drawingml/2006/main">
              <a:ext uri="{FF2B5EF4-FFF2-40B4-BE49-F238E27FC236}">
                <a16:creationId xmlns:a16="http://schemas.microsoft.com/office/drawing/2014/main" id="{0C19C0BA-5C02-42E8-9325-011D5C2D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5743575"/>
            <a:ext cx="2762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19866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86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866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9" name="Memoria row-major 6">
            <a:extLst xmlns:a="http://schemas.openxmlformats.org/drawingml/2006/main">
              <a:ext uri="{FF2B5EF4-FFF2-40B4-BE49-F238E27FC236}">
                <a16:creationId xmlns:a16="http://schemas.microsoft.com/office/drawing/2014/main" id="{D4FB4DEB-07DC-4B6D-993A-23A539F4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743575"/>
            <a:ext cx="2762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EDE"/>
          </a:solidFill>
          <a:ln xmlns:a="http://schemas.openxmlformats.org/drawingml/2006/main" w="11430">
            <a:solidFill>
              <a:srgbClr val="C94B4B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4B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94B4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0" name="Memoria column-major 6">
            <a:extLst xmlns:a="http://schemas.openxmlformats.org/drawingml/2006/main">
              <a:ext uri="{FF2B5EF4-FFF2-40B4-BE49-F238E27FC236}">
                <a16:creationId xmlns:a16="http://schemas.microsoft.com/office/drawing/2014/main" id="{93AEBCCA-E633-487B-9701-0717F13B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743575"/>
            <a:ext cx="2762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19866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86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866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1" name="Memoria row-major 7">
            <a:extLst xmlns:a="http://schemas.openxmlformats.org/drawingml/2006/main">
              <a:ext uri="{FF2B5EF4-FFF2-40B4-BE49-F238E27FC236}">
                <a16:creationId xmlns:a16="http://schemas.microsoft.com/office/drawing/2014/main" id="{815E3AA0-2D29-4341-8ACB-D0E4C8B3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743575"/>
            <a:ext cx="2762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2" name="Memoria column-major 7">
            <a:extLst xmlns:a="http://schemas.openxmlformats.org/drawingml/2006/main">
              <a:ext uri="{FF2B5EF4-FFF2-40B4-BE49-F238E27FC236}">
                <a16:creationId xmlns:a16="http://schemas.microsoft.com/office/drawing/2014/main" id="{3B24C53E-CAF1-4604-AC5C-3B690AED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743575"/>
            <a:ext cx="2762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19866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86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866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3" name="Memoria row-major 8">
            <a:extLst xmlns:a="http://schemas.openxmlformats.org/drawingml/2006/main">
              <a:ext uri="{FF2B5EF4-FFF2-40B4-BE49-F238E27FC236}">
                <a16:creationId xmlns:a16="http://schemas.microsoft.com/office/drawing/2014/main" id="{02CFC0EB-DA5B-4D61-A8C8-D58D12BF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743575"/>
            <a:ext cx="2762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4" name="Memoria column-major 8">
            <a:extLst xmlns:a="http://schemas.openxmlformats.org/drawingml/2006/main">
              <a:ext uri="{FF2B5EF4-FFF2-40B4-BE49-F238E27FC236}">
                <a16:creationId xmlns:a16="http://schemas.microsoft.com/office/drawing/2014/main" id="{55F9E46C-6336-4BB0-9720-7513300E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743575"/>
            <a:ext cx="2762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19866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86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866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5" name="Memoria row-major 9">
            <a:extLst xmlns:a="http://schemas.openxmlformats.org/drawingml/2006/main">
              <a:ext uri="{FF2B5EF4-FFF2-40B4-BE49-F238E27FC236}">
                <a16:creationId xmlns:a16="http://schemas.microsoft.com/office/drawing/2014/main" id="{E986ABCB-C740-48AE-8B9A-3449C812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5743575"/>
            <a:ext cx="2762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6" name="Memoria column-major 9">
            <a:extLst xmlns:a="http://schemas.openxmlformats.org/drawingml/2006/main">
              <a:ext uri="{FF2B5EF4-FFF2-40B4-BE49-F238E27FC236}">
                <a16:creationId xmlns:a16="http://schemas.microsoft.com/office/drawing/2014/main" id="{3CFCD702-6B47-43FA-93C1-EFA5D589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743575"/>
            <a:ext cx="2762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19866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86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866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7" name="Memoria row-major 10">
            <a:extLst xmlns:a="http://schemas.openxmlformats.org/drawingml/2006/main">
              <a:ext uri="{FF2B5EF4-FFF2-40B4-BE49-F238E27FC236}">
                <a16:creationId xmlns:a16="http://schemas.microsoft.com/office/drawing/2014/main" id="{E7E4676B-9162-4DC9-AEA6-4C0020FB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743575"/>
            <a:ext cx="2762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EDE"/>
          </a:solidFill>
          <a:ln xmlns:a="http://schemas.openxmlformats.org/drawingml/2006/main" w="11430">
            <a:solidFill>
              <a:srgbClr val="C94B4B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4B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94B4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8" name="Memoria column-major 10">
            <a:extLst xmlns:a="http://schemas.openxmlformats.org/drawingml/2006/main">
              <a:ext uri="{FF2B5EF4-FFF2-40B4-BE49-F238E27FC236}">
                <a16:creationId xmlns:a16="http://schemas.microsoft.com/office/drawing/2014/main" id="{FC1F19DD-92DC-4C35-8596-B9B03EDA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743575"/>
            <a:ext cx="2762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19866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86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866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9" name="Memoria row-major 11">
            <a:extLst xmlns:a="http://schemas.openxmlformats.org/drawingml/2006/main">
              <a:ext uri="{FF2B5EF4-FFF2-40B4-BE49-F238E27FC236}">
                <a16:creationId xmlns:a16="http://schemas.microsoft.com/office/drawing/2014/main" id="{A5890F37-FAFD-451E-AD80-6758AFD1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743575"/>
            <a:ext cx="2762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0" name="Memoria column-major 11">
            <a:extLst xmlns:a="http://schemas.openxmlformats.org/drawingml/2006/main">
              <a:ext uri="{FF2B5EF4-FFF2-40B4-BE49-F238E27FC236}">
                <a16:creationId xmlns:a16="http://schemas.microsoft.com/office/drawing/2014/main" id="{0D71CD07-D2B2-4912-9557-1C5FFAA3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5743575"/>
            <a:ext cx="2762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C"/>
          </a:solidFill>
          <a:ln xmlns:a="http://schemas.openxmlformats.org/drawingml/2006/main" w="11430">
            <a:solidFill>
              <a:srgbClr val="19866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86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866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1" name="Memoria row-major 12">
            <a:extLst xmlns:a="http://schemas.openxmlformats.org/drawingml/2006/main">
              <a:ext uri="{FF2B5EF4-FFF2-40B4-BE49-F238E27FC236}">
                <a16:creationId xmlns:a16="http://schemas.microsoft.com/office/drawing/2014/main" id="{AFEF99E2-E123-4F27-A130-070C040C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743575"/>
            <a:ext cx="2762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2" name="Memoria column-major 12">
            <a:extLst xmlns:a="http://schemas.openxmlformats.org/drawingml/2006/main">
              <a:ext uri="{FF2B5EF4-FFF2-40B4-BE49-F238E27FC236}">
                <a16:creationId xmlns:a16="http://schemas.microsoft.com/office/drawing/2014/main" id="{6B13E312-40D7-4CC4-8A19-F0CCDA98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743575"/>
            <a:ext cx="2762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3" name="Memoria row-major 13">
            <a:extLst xmlns:a="http://schemas.openxmlformats.org/drawingml/2006/main">
              <a:ext uri="{FF2B5EF4-FFF2-40B4-BE49-F238E27FC236}">
                <a16:creationId xmlns:a16="http://schemas.microsoft.com/office/drawing/2014/main" id="{701A2587-54B9-42A9-8EB7-9803981E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5743575"/>
            <a:ext cx="2762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4" name="Memoria column-major 13">
            <a:extLst xmlns:a="http://schemas.openxmlformats.org/drawingml/2006/main">
              <a:ext uri="{FF2B5EF4-FFF2-40B4-BE49-F238E27FC236}">
                <a16:creationId xmlns:a16="http://schemas.microsoft.com/office/drawing/2014/main" id="{C0A6E531-12E4-4C9A-8155-1EF01E01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5743575"/>
            <a:ext cx="2762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5" name="Memoria row-major 14">
            <a:extLst xmlns:a="http://schemas.openxmlformats.org/drawingml/2006/main">
              <a:ext uri="{FF2B5EF4-FFF2-40B4-BE49-F238E27FC236}">
                <a16:creationId xmlns:a16="http://schemas.microsoft.com/office/drawing/2014/main" id="{69E9F2DF-F913-403C-803F-538ABEA1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743575"/>
            <a:ext cx="2762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EDE"/>
          </a:solidFill>
          <a:ln xmlns:a="http://schemas.openxmlformats.org/drawingml/2006/main" w="11430">
            <a:solidFill>
              <a:srgbClr val="C94B4B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4B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94B4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6" name="Memoria column-major 14">
            <a:extLst xmlns:a="http://schemas.openxmlformats.org/drawingml/2006/main">
              <a:ext uri="{FF2B5EF4-FFF2-40B4-BE49-F238E27FC236}">
                <a16:creationId xmlns:a16="http://schemas.microsoft.com/office/drawing/2014/main" id="{EAC35B2F-5D32-4DA3-A275-C282D8B6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743575"/>
            <a:ext cx="2762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7" name="Memoria row-major 15">
            <a:extLst xmlns:a="http://schemas.openxmlformats.org/drawingml/2006/main">
              <a:ext uri="{FF2B5EF4-FFF2-40B4-BE49-F238E27FC236}">
                <a16:creationId xmlns:a16="http://schemas.microsoft.com/office/drawing/2014/main" id="{CBE79B29-9789-41B1-A79D-271C39E0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743575"/>
            <a:ext cx="2762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8" name="Memoria column-major 15">
            <a:extLst xmlns:a="http://schemas.openxmlformats.org/drawingml/2006/main">
              <a:ext uri="{FF2B5EF4-FFF2-40B4-BE49-F238E27FC236}">
                <a16:creationId xmlns:a16="http://schemas.microsoft.com/office/drawing/2014/main" id="{EB782E55-D103-43C8-B14E-F36BF1FA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5743575"/>
            <a:ext cx="2762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B0C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B1E7D2C2-AFD2-4CE8-8C03-D4A1FF7A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6162675"/>
            <a:ext cx="4895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94B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4B4B"/>
                </a:solidFill>
                <a:latin typeface="Arial"/>
                <a:ea typeface="Arial"/>
                <a:cs typeface="Arial"/>
              </a:rPr>
              <a:t>le lane toccano indirizzi distanti ldx scalari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A790E867-35F7-4B90-BF4B-931F857E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6162675"/>
            <a:ext cx="4895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986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866E"/>
                </a:solidFill>
                <a:latin typeface="Arial"/>
                <a:ea typeface="Arial"/>
                <a:cs typeface="Arial"/>
              </a:rPr>
              <a:t>le lane toccano un intervallo contiguo</a:t>
            </a:r>
          </a:p>
        </p:txBody>
      </p:sp>
    </p:spTree>
    <p:extLst>
      <p:ext uri="{BB962C8B-B14F-4D97-AF65-F5344CB8AC3E}">
        <p14:creationId xmlns:p14="http://schemas.microsoft.com/office/powerpoint/2010/main" val="19743277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2026-09-15T22:08:49.4810000Z</dcterms:created>
  <dcterms:modified xsi:type="dcterms:W3CDTF">2026-09-15T22:08:49.4810000Z</dcterms:modified>
</coreProperties>
</file>