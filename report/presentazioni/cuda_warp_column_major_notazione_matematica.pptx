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6d47405a4b46a6" /><Relationship Type="http://schemas.openxmlformats.org/officeDocument/2006/relationships/extended-properties" Target="/docProps/app.xml" Id="Rb09423dcd9024209" /><Relationship Type="http://schemas.openxmlformats.org/officeDocument/2006/relationships/officeDocument" Target="/ppt/presentation.xml" Id="R841ac74bbfcd4a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e105cec7d84650"/>
  </p:sldMasterIdLst>
  <p:notesMasterIdLst>
    <p:notesMasterId xmlns:r="http://schemas.openxmlformats.org/officeDocument/2006/relationships" r:id="R1af9658d0de04138"/>
  </p:notesMasterIdLst>
  <p:sldIdLst>
    <p:sldId xmlns:r="http://schemas.openxmlformats.org/officeDocument/2006/relationships" id="256" r:id="Rb4e4df8bf86e4364"/>
    <p:sldId xmlns:r="http://schemas.openxmlformats.org/officeDocument/2006/relationships" id="257" r:id="Rf5068148f60247aa"/>
    <p:sldId xmlns:r="http://schemas.openxmlformats.org/officeDocument/2006/relationships" id="258" r:id="Rc8bc804bab7b4b69"/>
    <p:sldId xmlns:r="http://schemas.openxmlformats.org/officeDocument/2006/relationships" id="259" r:id="Rad49766405c842f4"/>
    <p:sldId xmlns:r="http://schemas.openxmlformats.org/officeDocument/2006/relationships" id="260" r:id="R115be6f298134c36"/>
    <p:sldId xmlns:r="http://schemas.openxmlformats.org/officeDocument/2006/relationships" id="261" r:id="Rc495ca51b2594a42"/>
    <p:sldId xmlns:r="http://schemas.openxmlformats.org/officeDocument/2006/relationships" id="262" r:id="R6991f08dc8fb46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280db064304917" /><Relationship Type="http://schemas.openxmlformats.org/officeDocument/2006/relationships/slideMaster" Target="/ppt/slideMasters/slideMaster1.xml" Id="R53e105cec7d84650" /><Relationship Type="http://schemas.openxmlformats.org/officeDocument/2006/relationships/notesMaster" Target="/ppt/notesMasters/notesMaster1.xml" Id="R1af9658d0de04138" /><Relationship Type="http://schemas.openxmlformats.org/officeDocument/2006/relationships/presProps" Target="/ppt/presProps.xml" Id="R0e31b9ffd3df43bd" /><Relationship Type="http://schemas.openxmlformats.org/officeDocument/2006/relationships/tableStyles" Target="/ppt/tableStyles.xml" Id="R992f65df95934e19" /><Relationship Type="http://schemas.openxmlformats.org/officeDocument/2006/relationships/slide" Target="/ppt/slides/slide1.xml" Id="Rb4e4df8bf86e4364" /><Relationship Type="http://schemas.openxmlformats.org/officeDocument/2006/relationships/slide" Target="/ppt/slides/slide2.xml" Id="Rf5068148f60247aa" /><Relationship Type="http://schemas.openxmlformats.org/officeDocument/2006/relationships/slide" Target="/ppt/slides/slide3.xml" Id="Rc8bc804bab7b4b69" /><Relationship Type="http://schemas.openxmlformats.org/officeDocument/2006/relationships/slide" Target="/ppt/slides/slide4.xml" Id="Rad49766405c842f4" /><Relationship Type="http://schemas.openxmlformats.org/officeDocument/2006/relationships/slide" Target="/ppt/slides/slide5.xml" Id="R115be6f298134c36" /><Relationship Type="http://schemas.openxmlformats.org/officeDocument/2006/relationships/slide" Target="/ppt/slides/slide6.xml" Id="Rc495ca51b2594a42" /><Relationship Type="http://schemas.openxmlformats.org/officeDocument/2006/relationships/slide" Target="/ppt/slides/slide7.xml" Id="R6991f08dc8fb46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4ccd46818f46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UDA reference style">
      <a:dk1>
        <a:srgbClr val="000000"/>
      </a:dk1>
      <a:lt1>
        <a:srgbClr val="FFFFFF"/>
      </a:lt1>
      <a:dk2>
        <a:srgbClr val="0C2D6B"/>
      </a:dk2>
      <a:lt2>
        <a:srgbClr val="F7FAFD"/>
      </a:lt2>
      <a:accent1>
        <a:srgbClr val="2F80ED"/>
      </a:accent1>
      <a:accent2>
        <a:srgbClr val="27AE60"/>
      </a:accent2>
      <a:accent3>
        <a:srgbClr val="F2994A"/>
      </a:accent3>
      <a:accent4>
        <a:srgbClr val="EB5757"/>
      </a:accent4>
      <a:accent5>
        <a:srgbClr val="8E63CE"/>
      </a:accent5>
      <a:accent6>
        <a:srgbClr val="F2B705"/>
      </a:accent6>
      <a:hlink>
        <a:srgbClr val="2F80ED"/>
      </a:hlink>
      <a:folHlink>
        <a:srgbClr val="8E63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UDA reference styl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a99a722e30451f" /><Relationship Type="http://schemas.openxmlformats.org/officeDocument/2006/relationships/notesMaster" Target="/ppt/notesMasters/notesMaster1.xml" Id="R1410f09e7f2343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9353da453845af" /><Relationship Type="http://schemas.openxmlformats.org/officeDocument/2006/relationships/notesMaster" Target="/ppt/notesMasters/notesMaster1.xml" Id="Rd0d327fc8be74b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5316fb904a4ac4" /><Relationship Type="http://schemas.openxmlformats.org/officeDocument/2006/relationships/notesMaster" Target="/ppt/notesMasters/notesMaster1.xml" Id="R793b08c557ed40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530348d3f34fd8" /><Relationship Type="http://schemas.openxmlformats.org/officeDocument/2006/relationships/notesMaster" Target="/ppt/notesMasters/notesMaster1.xml" Id="Rc1cbd30cc10f40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58feb9bc5f469f" /><Relationship Type="http://schemas.openxmlformats.org/officeDocument/2006/relationships/notesMaster" Target="/ppt/notesMasters/notesMaster1.xml" Id="Rb1253f61c1ca47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fd4adaeaab4619" /><Relationship Type="http://schemas.openxmlformats.org/officeDocument/2006/relationships/notesMaster" Target="/ppt/notesMasters/notesMaster1.xml" Id="Rf0e10b32494347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8be7f768714784" /><Relationship Type="http://schemas.openxmlformats.org/officeDocument/2006/relationships/notesMaster" Target="/ppt/notesMasters/notesMaster1.xml" Id="Rb362fb01e82944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derivato da src/kernel/cuda_warp.cu. Con BLOCK_THREADS=128, WARPS_PER_BLOCK=4 e ogni warp_id identifica una riga di 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Vista logica di Y = AX. Il warp i calcola una riga di Y distribuendo il ciclo sulla dimensione j fra le 32 lane.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lane l visita j = l, l + 32, ... e usa A_ij insieme alla riga logica j di X. Nel layout column-major X_jc si trova all’indirizzo c*n_loc + j.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Ordine del kernel fixed: for j = l; j &lt; n_loc; j += 32, poi for c = 0..k-1. Il valore A_ij viene riusato sui k accumulatori.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Nel kernel template ogni lane usa scalar_t acc[K]. I valori restano privati nei registri fino alla riduzione warp-wide.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riduzione usa mask = 0xffffffff e offset 16, 8, 4, 2, 1. La lane 0 scrive Y_ic per tutti i 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X row-major lane consecutive leggono indirizzi distanti ldx scalari. Con X column-major l’indice c*n_loc+j rende contigui gli accessi del warp a c fissato.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4d053d1b8e4c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9b484188d1421f" /><Relationship Type="http://schemas.openxmlformats.org/officeDocument/2006/relationships/slideLayout" Target="/ppt/slideLayouts/slideLayout1.xml" Id="R65772b996e0a4e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772b996e0a4e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UDA reference style">
      <a:dk1>
        <a:srgbClr val="000000"/>
      </a:dk1>
      <a:lt1>
        <a:srgbClr val="FFFFFF"/>
      </a:lt1>
      <a:dk2>
        <a:srgbClr val="0C2D6B"/>
      </a:dk2>
      <a:lt2>
        <a:srgbClr val="F7FAFD"/>
      </a:lt2>
      <a:accent1>
        <a:srgbClr val="2F80ED"/>
      </a:accent1>
      <a:accent2>
        <a:srgbClr val="27AE60"/>
      </a:accent2>
      <a:accent3>
        <a:srgbClr val="F2994A"/>
      </a:accent3>
      <a:accent4>
        <a:srgbClr val="EB5757"/>
      </a:accent4>
      <a:accent5>
        <a:srgbClr val="8E63CE"/>
      </a:accent5>
      <a:accent6>
        <a:srgbClr val="F2B705"/>
      </a:accent6>
      <a:hlink>
        <a:srgbClr val="2F80ED"/>
      </a:hlink>
      <a:folHlink>
        <a:srgbClr val="8E63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UDA reference styl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7fa3293da4818" /><Relationship Type="http://schemas.openxmlformats.org/officeDocument/2006/relationships/notesSlide" Target="/ppt/notesSlides/notesSlide1.xml" Id="R2b078ea76acc40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88c56434146bf" /><Relationship Type="http://schemas.openxmlformats.org/officeDocument/2006/relationships/notesSlide" Target="/ppt/notesSlides/notesSlide2.xml" Id="R5903d8130cb142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84996f32344eb" /><Relationship Type="http://schemas.openxmlformats.org/officeDocument/2006/relationships/notesSlide" Target="/ppt/notesSlides/notesSlide3.xml" Id="Rfeb0d113cfeb4a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c4b0233e742dd" /><Relationship Type="http://schemas.openxmlformats.org/officeDocument/2006/relationships/notesSlide" Target="/ppt/notesSlides/notesSlide4.xml" Id="R7f25f60b612648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0b5a2dd174dba" /><Relationship Type="http://schemas.openxmlformats.org/officeDocument/2006/relationships/notesSlide" Target="/ppt/notesSlides/notesSlide5.xml" Id="R85591dca237745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511b1a33b4690" /><Relationship Type="http://schemas.openxmlformats.org/officeDocument/2006/relationships/notesSlide" Target="/ppt/notesSlides/notesSlide6.xml" Id="Rd3dfa5f2a10346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d0537a52a4e94" /><Relationship Type="http://schemas.openxmlformats.org/officeDocument/2006/relationships/notesSlide" Target="/ppt/notesSlides/notesSlide7.xml" Id="R3247fdfe4f2740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Titolo">
            <a:extLst xmlns:a="http://schemas.openxmlformats.org/drawingml/2006/main">
              <a:ext uri="{FF2B5EF4-FFF2-40B4-BE49-F238E27FC236}">
                <a16:creationId xmlns:a16="http://schemas.microsoft.com/office/drawing/2014/main" id="{B02E4965-DD3D-4837-BD2B-EB274A8D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t>CUDA warp kernel (X column-major): assegnazione righe ai warp</a:t>
            </a:r>
          </a:p>
        </p:txBody>
      </p:sp>
      <p:sp>
        <p:nvSpPr>
          <p:cNvPr id="2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89571310-F501-4025-852D-8FA7DC94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7AB8D-5A26-4064-9FE2-3D73BE52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64865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01814-9259-438E-8E81-97D63D7C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C18EC-5E70-4CA7-BDEC-2D452C0F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704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650" i="0">
                <a:latin typeface="Aptos"/>
                <a:ea typeface="Aptos"/>
                <a:cs typeface="Aptos"/>
              </a:rPr>
              <a:t>Matrice di output Y  (m</a:t>
            </a:r>
            <a:r>
              <a:rPr sz="1188" i="0" baseline="-25000">
                <a:latin typeface="Aptos"/>
                <a:ea typeface="Aptos"/>
                <a:cs typeface="Aptos"/>
              </a:rPr>
              <a:t>loc</a:t>
            </a:r>
            <a:r>
              <a:rPr sz="1650" i="0">
                <a:latin typeface="Aptos"/>
                <a:ea typeface="Aptos"/>
                <a:cs typeface="Aptos"/>
              </a:rPr>
              <a:t> × k)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DF77E-18C7-4923-8E0E-14BD67F8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" y="1066800"/>
            <a:ext cx="600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t>row 0</a:t>
            </a:r>
          </a:p>
        </p:txBody>
      </p:sp>
      <p:sp>
        <p:nvSpPr>
          <p:cNvPr id="7" name="Y row 0 col 0">
            <a:extLst xmlns:a="http://schemas.openxmlformats.org/drawingml/2006/main">
              <a:ext uri="{FF2B5EF4-FFF2-40B4-BE49-F238E27FC236}">
                <a16:creationId xmlns:a16="http://schemas.microsoft.com/office/drawing/2014/main" id="{536033E4-7BEA-45E0-A54B-FC8D3EFB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6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Y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00</a:t>
            </a:r>
          </a:p>
        </p:txBody>
      </p:sp>
      <p:sp>
        <p:nvSpPr>
          <p:cNvPr id="8" name="Y row 0 col 1">
            <a:extLst xmlns:a="http://schemas.openxmlformats.org/drawingml/2006/main">
              <a:ext uri="{FF2B5EF4-FFF2-40B4-BE49-F238E27FC236}">
                <a16:creationId xmlns:a16="http://schemas.microsoft.com/office/drawing/2014/main" id="{A62B9489-03BE-40F3-8F7F-3598A985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066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Y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01</a:t>
            </a:r>
          </a:p>
        </p:txBody>
      </p:sp>
      <p:sp>
        <p:nvSpPr>
          <p:cNvPr id="9" name="Y row 0 col 2">
            <a:extLst xmlns:a="http://schemas.openxmlformats.org/drawingml/2006/main">
              <a:ext uri="{FF2B5EF4-FFF2-40B4-BE49-F238E27FC236}">
                <a16:creationId xmlns:a16="http://schemas.microsoft.com/office/drawing/2014/main" id="{658B3D6F-9FD7-4F5F-8163-07C55CDE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066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10" name="Y row 0 col 3">
            <a:extLst xmlns:a="http://schemas.openxmlformats.org/drawingml/2006/main">
              <a:ext uri="{FF2B5EF4-FFF2-40B4-BE49-F238E27FC236}">
                <a16:creationId xmlns:a16="http://schemas.microsoft.com/office/drawing/2014/main" id="{AF50EF5D-5B5C-4CC7-B801-4B0CBC3F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066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Y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0,k−1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26D12-4B43-4756-AD41-33E2539B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" y="1447800"/>
            <a:ext cx="600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t>row 1</a:t>
            </a:r>
          </a:p>
        </p:txBody>
      </p:sp>
      <p:sp>
        <p:nvSpPr>
          <p:cNvPr id="12" name="Y row 1 col 0">
            <a:extLst xmlns:a="http://schemas.openxmlformats.org/drawingml/2006/main">
              <a:ext uri="{FF2B5EF4-FFF2-40B4-BE49-F238E27FC236}">
                <a16:creationId xmlns:a16="http://schemas.microsoft.com/office/drawing/2014/main" id="{18B2DF80-36DC-44F4-8B5B-C37CF7ED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Y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10</a:t>
            </a:r>
          </a:p>
        </p:txBody>
      </p:sp>
      <p:sp>
        <p:nvSpPr>
          <p:cNvPr id="13" name="Y row 1 col 1">
            <a:extLst xmlns:a="http://schemas.openxmlformats.org/drawingml/2006/main">
              <a:ext uri="{FF2B5EF4-FFF2-40B4-BE49-F238E27FC236}">
                <a16:creationId xmlns:a16="http://schemas.microsoft.com/office/drawing/2014/main" id="{087D5CE3-9FC6-4D85-8D76-3DC52768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47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Y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11</a:t>
            </a:r>
          </a:p>
        </p:txBody>
      </p:sp>
      <p:sp>
        <p:nvSpPr>
          <p:cNvPr id="14" name="Y row 1 col 2">
            <a:extLst xmlns:a="http://schemas.openxmlformats.org/drawingml/2006/main">
              <a:ext uri="{FF2B5EF4-FFF2-40B4-BE49-F238E27FC236}">
                <a16:creationId xmlns:a16="http://schemas.microsoft.com/office/drawing/2014/main" id="{95E7D27F-3498-4EB8-AC3C-95C3100B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447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15" name="Y row 1 col 3">
            <a:extLst xmlns:a="http://schemas.openxmlformats.org/drawingml/2006/main">
              <a:ext uri="{FF2B5EF4-FFF2-40B4-BE49-F238E27FC236}">
                <a16:creationId xmlns:a16="http://schemas.microsoft.com/office/drawing/2014/main" id="{C6D7C4C4-466C-467C-A087-3D64E98D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447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Y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1,k−1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500E8-ECB5-4151-AC83-0AD0E816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" y="1828800"/>
            <a:ext cx="600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t>row 2</a:t>
            </a:r>
          </a:p>
        </p:txBody>
      </p:sp>
      <p:sp>
        <p:nvSpPr>
          <p:cNvPr id="17" name="Y row 2 col 0">
            <a:extLst xmlns:a="http://schemas.openxmlformats.org/drawingml/2006/main">
              <a:ext uri="{FF2B5EF4-FFF2-40B4-BE49-F238E27FC236}">
                <a16:creationId xmlns:a16="http://schemas.microsoft.com/office/drawing/2014/main" id="{A6152323-CE67-4CAC-929D-8CC53B3A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Y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20</a:t>
            </a:r>
          </a:p>
        </p:txBody>
      </p:sp>
      <p:sp>
        <p:nvSpPr>
          <p:cNvPr id="18" name="Y row 2 col 1">
            <a:extLst xmlns:a="http://schemas.openxmlformats.org/drawingml/2006/main">
              <a:ext uri="{FF2B5EF4-FFF2-40B4-BE49-F238E27FC236}">
                <a16:creationId xmlns:a16="http://schemas.microsoft.com/office/drawing/2014/main" id="{FFB57A3A-D43B-4FC7-956A-68B24D65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28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Y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21</a:t>
            </a:r>
          </a:p>
        </p:txBody>
      </p:sp>
      <p:sp>
        <p:nvSpPr>
          <p:cNvPr id="19" name="Y row 2 col 2">
            <a:extLst xmlns:a="http://schemas.openxmlformats.org/drawingml/2006/main">
              <a:ext uri="{FF2B5EF4-FFF2-40B4-BE49-F238E27FC236}">
                <a16:creationId xmlns:a16="http://schemas.microsoft.com/office/drawing/2014/main" id="{BFE8327A-B25A-4E79-B817-7B950303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828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20" name="Y row 2 col 3">
            <a:extLst xmlns:a="http://schemas.openxmlformats.org/drawingml/2006/main">
              <a:ext uri="{FF2B5EF4-FFF2-40B4-BE49-F238E27FC236}">
                <a16:creationId xmlns:a16="http://schemas.microsoft.com/office/drawing/2014/main" id="{5D3987E1-758C-4268-945B-89E305BA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28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Y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2,k−1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D25E8D-4221-4198-80A4-BB8E4E2F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" y="2209800"/>
            <a:ext cx="600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EB5757"/>
                </a:solidFill>
                <a:latin typeface="Aptos"/>
                <a:ea typeface="Aptos"/>
                <a:cs typeface="Aptos"/>
              </a:defRPr>
            </a:pPr>
            <a:r>
              <a:t>row 3</a:t>
            </a:r>
          </a:p>
        </p:txBody>
      </p:sp>
      <p:sp>
        <p:nvSpPr>
          <p:cNvPr id="22" name="Y row 3 col 0">
            <a:extLst xmlns:a="http://schemas.openxmlformats.org/drawingml/2006/main">
              <a:ext uri="{FF2B5EF4-FFF2-40B4-BE49-F238E27FC236}">
                <a16:creationId xmlns:a16="http://schemas.microsoft.com/office/drawing/2014/main" id="{5E6631EC-9848-48C7-B88A-343E620A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Y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30</a:t>
            </a:r>
          </a:p>
        </p:txBody>
      </p:sp>
      <p:sp>
        <p:nvSpPr>
          <p:cNvPr id="23" name="Y row 3 col 1">
            <a:extLst xmlns:a="http://schemas.openxmlformats.org/drawingml/2006/main">
              <a:ext uri="{FF2B5EF4-FFF2-40B4-BE49-F238E27FC236}">
                <a16:creationId xmlns:a16="http://schemas.microsoft.com/office/drawing/2014/main" id="{901941FA-7F96-4105-91D9-8A1788C6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09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Y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31</a:t>
            </a:r>
          </a:p>
        </p:txBody>
      </p:sp>
      <p:sp>
        <p:nvSpPr>
          <p:cNvPr id="24" name="Y row 3 col 2">
            <a:extLst xmlns:a="http://schemas.openxmlformats.org/drawingml/2006/main">
              <a:ext uri="{FF2B5EF4-FFF2-40B4-BE49-F238E27FC236}">
                <a16:creationId xmlns:a16="http://schemas.microsoft.com/office/drawing/2014/main" id="{B3743ECD-E848-419D-9C64-05D66E7D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209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25" name="Y row 3 col 3">
            <a:extLst xmlns:a="http://schemas.openxmlformats.org/drawingml/2006/main">
              <a:ext uri="{FF2B5EF4-FFF2-40B4-BE49-F238E27FC236}">
                <a16:creationId xmlns:a16="http://schemas.microsoft.com/office/drawing/2014/main" id="{7A3F0884-7E40-4D2B-A7E6-9ADBDD03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09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Y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3,k−1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E026CD-93B4-4791-99D6-5FE6FED6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" y="2590800"/>
            <a:ext cx="600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t>⋮</a:t>
            </a:r>
          </a:p>
        </p:txBody>
      </p:sp>
      <p:sp>
        <p:nvSpPr>
          <p:cNvPr id="27" name="Y row 4 col 0">
            <a:extLst xmlns:a="http://schemas.openxmlformats.org/drawingml/2006/main">
              <a:ext uri="{FF2B5EF4-FFF2-40B4-BE49-F238E27FC236}">
                <a16:creationId xmlns:a16="http://schemas.microsoft.com/office/drawing/2014/main" id="{6045B7DA-AA5E-49BC-8A68-5ABD850E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⋮</a:t>
            </a:r>
          </a:p>
        </p:txBody>
      </p:sp>
      <p:sp>
        <p:nvSpPr>
          <p:cNvPr id="28" name="Y row 4 col 1">
            <a:extLst xmlns:a="http://schemas.openxmlformats.org/drawingml/2006/main">
              <a:ext uri="{FF2B5EF4-FFF2-40B4-BE49-F238E27FC236}">
                <a16:creationId xmlns:a16="http://schemas.microsoft.com/office/drawing/2014/main" id="{88514ABD-AA1C-4C76-BB8D-ED2BEAD5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90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⋮</a:t>
            </a:r>
          </a:p>
        </p:txBody>
      </p:sp>
      <p:sp>
        <p:nvSpPr>
          <p:cNvPr id="29" name="Y row 4 col 2">
            <a:extLst xmlns:a="http://schemas.openxmlformats.org/drawingml/2006/main">
              <a:ext uri="{FF2B5EF4-FFF2-40B4-BE49-F238E27FC236}">
                <a16:creationId xmlns:a16="http://schemas.microsoft.com/office/drawing/2014/main" id="{6B92B6A9-54F6-42EE-9DE0-3B4C20D9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590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30" name="Y row 4 col 3">
            <a:extLst xmlns:a="http://schemas.openxmlformats.org/drawingml/2006/main">
              <a:ext uri="{FF2B5EF4-FFF2-40B4-BE49-F238E27FC236}">
                <a16:creationId xmlns:a16="http://schemas.microsoft.com/office/drawing/2014/main" id="{357065A4-3A04-4FB6-A360-43A3C66E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90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3C4F6B-82F7-4E02-B185-714DAD60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" y="2971800"/>
            <a:ext cx="600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E63CE"/>
                </a:solidFill>
                <a:latin typeface="Aptos"/>
                <a:ea typeface="Aptos"/>
                <a:cs typeface="Aptos"/>
              </a:defRPr>
            </a:pPr>
            <a:r>
              <a:t>row i</a:t>
            </a:r>
          </a:p>
        </p:txBody>
      </p:sp>
      <p:sp>
        <p:nvSpPr>
          <p:cNvPr id="32" name="Y row 5 col 0">
            <a:extLst xmlns:a="http://schemas.openxmlformats.org/drawingml/2006/main">
              <a:ext uri="{FF2B5EF4-FFF2-40B4-BE49-F238E27FC236}">
                <a16:creationId xmlns:a16="http://schemas.microsoft.com/office/drawing/2014/main" id="{70AE66CE-BB80-4BA5-9272-3C3E9F2B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Y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i0</a:t>
            </a:r>
          </a:p>
        </p:txBody>
      </p:sp>
      <p:sp>
        <p:nvSpPr>
          <p:cNvPr id="33" name="Y row 5 col 1">
            <a:extLst xmlns:a="http://schemas.openxmlformats.org/drawingml/2006/main">
              <a:ext uri="{FF2B5EF4-FFF2-40B4-BE49-F238E27FC236}">
                <a16:creationId xmlns:a16="http://schemas.microsoft.com/office/drawing/2014/main" id="{42581D66-8BF5-49C8-B9C8-FAF1041F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71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Y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i1</a:t>
            </a:r>
          </a:p>
        </p:txBody>
      </p:sp>
      <p:sp>
        <p:nvSpPr>
          <p:cNvPr id="34" name="Y row 5 col 2">
            <a:extLst xmlns:a="http://schemas.openxmlformats.org/drawingml/2006/main">
              <a:ext uri="{FF2B5EF4-FFF2-40B4-BE49-F238E27FC236}">
                <a16:creationId xmlns:a16="http://schemas.microsoft.com/office/drawing/2014/main" id="{565A049A-1D77-4565-91A7-9E5A1E55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71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35" name="Y row 5 col 3">
            <a:extLst xmlns:a="http://schemas.openxmlformats.org/drawingml/2006/main">
              <a:ext uri="{FF2B5EF4-FFF2-40B4-BE49-F238E27FC236}">
                <a16:creationId xmlns:a16="http://schemas.microsoft.com/office/drawing/2014/main" id="{DCB07985-D70D-441D-942C-59AB7FFA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71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Y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i,k−1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333580-C323-4687-A4F0-F786E414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" y="3352800"/>
            <a:ext cx="600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E63CE"/>
                </a:solidFill>
                <a:latin typeface="Aptos"/>
                <a:ea typeface="Aptos"/>
                <a:cs typeface="Aptos"/>
              </a:defRPr>
            </a:pPr>
            <a:r>
              <a:t>row i+1</a:t>
            </a:r>
          </a:p>
        </p:txBody>
      </p:sp>
      <p:sp>
        <p:nvSpPr>
          <p:cNvPr id="37" name="Y row 6 col 0">
            <a:extLst xmlns:a="http://schemas.openxmlformats.org/drawingml/2006/main">
              <a:ext uri="{FF2B5EF4-FFF2-40B4-BE49-F238E27FC236}">
                <a16:creationId xmlns:a16="http://schemas.microsoft.com/office/drawing/2014/main" id="{CE49105E-C3D9-49D7-8CF3-186B80DF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Y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i+10</a:t>
            </a:r>
          </a:p>
        </p:txBody>
      </p:sp>
      <p:sp>
        <p:nvSpPr>
          <p:cNvPr id="38" name="Y row 6 col 1">
            <a:extLst xmlns:a="http://schemas.openxmlformats.org/drawingml/2006/main">
              <a:ext uri="{FF2B5EF4-FFF2-40B4-BE49-F238E27FC236}">
                <a16:creationId xmlns:a16="http://schemas.microsoft.com/office/drawing/2014/main" id="{C1C4A622-69CC-489B-B91B-0BAEF34C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Y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i+11</a:t>
            </a:r>
          </a:p>
        </p:txBody>
      </p:sp>
      <p:sp>
        <p:nvSpPr>
          <p:cNvPr id="39" name="Y row 6 col 2">
            <a:extLst xmlns:a="http://schemas.openxmlformats.org/drawingml/2006/main">
              <a:ext uri="{FF2B5EF4-FFF2-40B4-BE49-F238E27FC236}">
                <a16:creationId xmlns:a16="http://schemas.microsoft.com/office/drawing/2014/main" id="{00D7F2F0-C51F-4FA2-AE51-4754BE90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52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40" name="Y row 6 col 3">
            <a:extLst xmlns:a="http://schemas.openxmlformats.org/drawingml/2006/main">
              <a:ext uri="{FF2B5EF4-FFF2-40B4-BE49-F238E27FC236}">
                <a16:creationId xmlns:a16="http://schemas.microsoft.com/office/drawing/2014/main" id="{4189FE0E-8421-4F6E-85CF-90F923B7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52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Y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i+1,k−1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77E588-B89C-4A8A-AEA9-1AE953AF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" y="3733800"/>
            <a:ext cx="600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t>⋮</a:t>
            </a:r>
          </a:p>
        </p:txBody>
      </p:sp>
      <p:sp>
        <p:nvSpPr>
          <p:cNvPr id="42" name="Y row 7 col 0">
            <a:extLst xmlns:a="http://schemas.openxmlformats.org/drawingml/2006/main">
              <a:ext uri="{FF2B5EF4-FFF2-40B4-BE49-F238E27FC236}">
                <a16:creationId xmlns:a16="http://schemas.microsoft.com/office/drawing/2014/main" id="{E6A0CB70-9659-4304-847A-91285AA2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⋮</a:t>
            </a:r>
          </a:p>
        </p:txBody>
      </p:sp>
      <p:sp>
        <p:nvSpPr>
          <p:cNvPr id="43" name="Y row 7 col 1">
            <a:extLst xmlns:a="http://schemas.openxmlformats.org/drawingml/2006/main">
              <a:ext uri="{FF2B5EF4-FFF2-40B4-BE49-F238E27FC236}">
                <a16:creationId xmlns:a16="http://schemas.microsoft.com/office/drawing/2014/main" id="{2B2F874F-AE86-48A3-8B76-9FB9ED76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33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⋮</a:t>
            </a:r>
          </a:p>
        </p:txBody>
      </p:sp>
      <p:sp>
        <p:nvSpPr>
          <p:cNvPr id="44" name="Y row 7 col 2">
            <a:extLst xmlns:a="http://schemas.openxmlformats.org/drawingml/2006/main">
              <a:ext uri="{FF2B5EF4-FFF2-40B4-BE49-F238E27FC236}">
                <a16:creationId xmlns:a16="http://schemas.microsoft.com/office/drawing/2014/main" id="{BF07D699-8B4B-41D3-87A5-A4087FE8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33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45" name="Y row 7 col 3">
            <a:extLst xmlns:a="http://schemas.openxmlformats.org/drawingml/2006/main">
              <a:ext uri="{FF2B5EF4-FFF2-40B4-BE49-F238E27FC236}">
                <a16:creationId xmlns:a16="http://schemas.microsoft.com/office/drawing/2014/main" id="{68FFEDF8-6301-4782-9207-0B569578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33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A4C73F-C349-4633-92FA-0B2F9987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" y="4114800"/>
            <a:ext cx="600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i="0">
                <a:latin typeface="Aptos"/>
                <a:ea typeface="Aptos"/>
                <a:cs typeface="Aptos"/>
              </a:rPr>
              <a:t>row m</a:t>
            </a:r>
            <a:r>
              <a:rPr sz="756" i="0" baseline="-25000">
                <a:latin typeface="Aptos"/>
                <a:ea typeface="Aptos"/>
                <a:cs typeface="Aptos"/>
              </a:rPr>
              <a:t>loc</a:t>
            </a:r>
            <a:r>
              <a:rPr sz="1050" i="0">
                <a:latin typeface="Aptos"/>
                <a:ea typeface="Aptos"/>
                <a:cs typeface="Aptos"/>
              </a:rPr>
              <a:t>−1</a:t>
            </a:r>
          </a:p>
        </p:txBody>
      </p:sp>
      <p:sp>
        <p:nvSpPr>
          <p:cNvPr id="47" name="Y row 8 col 0">
            <a:extLst xmlns:a="http://schemas.openxmlformats.org/drawingml/2006/main">
              <a:ext uri="{FF2B5EF4-FFF2-40B4-BE49-F238E27FC236}">
                <a16:creationId xmlns:a16="http://schemas.microsoft.com/office/drawing/2014/main" id="{C3899BF4-CEA0-46B5-AF09-8E670411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Y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m</a:t>
            </a:r>
            <a:r>
              <a:rPr sz="544" i="0" baseline="-50000">
                <a:latin typeface="Cambria Math"/>
                <a:ea typeface="Cambria Math"/>
                <a:cs typeface="Cambria Math"/>
              </a:rPr>
              <a:t>loc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−10</a:t>
            </a:r>
          </a:p>
        </p:txBody>
      </p:sp>
      <p:sp>
        <p:nvSpPr>
          <p:cNvPr id="48" name="Y row 8 col 1">
            <a:extLst xmlns:a="http://schemas.openxmlformats.org/drawingml/2006/main">
              <a:ext uri="{FF2B5EF4-FFF2-40B4-BE49-F238E27FC236}">
                <a16:creationId xmlns:a16="http://schemas.microsoft.com/office/drawing/2014/main" id="{0696D350-B922-4502-912B-633097CD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14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Y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m</a:t>
            </a:r>
            <a:r>
              <a:rPr sz="544" i="0" baseline="-50000">
                <a:latin typeface="Cambria Math"/>
                <a:ea typeface="Cambria Math"/>
                <a:cs typeface="Cambria Math"/>
              </a:rPr>
              <a:t>loc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−11</a:t>
            </a:r>
          </a:p>
        </p:txBody>
      </p:sp>
      <p:sp>
        <p:nvSpPr>
          <p:cNvPr id="49" name="Y row 8 col 2">
            <a:extLst xmlns:a="http://schemas.openxmlformats.org/drawingml/2006/main">
              <a:ext uri="{FF2B5EF4-FFF2-40B4-BE49-F238E27FC236}">
                <a16:creationId xmlns:a16="http://schemas.microsoft.com/office/drawing/2014/main" id="{1F6483E9-9AD0-42D2-AB07-649948BE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14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50" name="Y row 8 col 3">
            <a:extLst xmlns:a="http://schemas.openxmlformats.org/drawingml/2006/main">
              <a:ext uri="{FF2B5EF4-FFF2-40B4-BE49-F238E27FC236}">
                <a16:creationId xmlns:a16="http://schemas.microsoft.com/office/drawing/2014/main" id="{8EC1F17A-15B9-4920-AD46-95FA027B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14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Y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m</a:t>
            </a:r>
            <a:r>
              <a:rPr sz="544" i="0" baseline="-50000">
                <a:latin typeface="Cambria Math"/>
                <a:ea typeface="Cambria Math"/>
                <a:cs typeface="Cambria Math"/>
              </a:rPr>
              <a:t>loc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−1,k−1</a:t>
            </a:r>
          </a:p>
        </p:txBody>
      </p:sp>
      <p:sp>
        <p:nvSpPr>
          <p:cNvPr id="51" name="Blocco CUDA">
            <a:extLst xmlns:a="http://schemas.openxmlformats.org/drawingml/2006/main">
              <a:ext uri="{FF2B5EF4-FFF2-40B4-BE49-F238E27FC236}">
                <a16:creationId xmlns:a16="http://schemas.microsoft.com/office/drawing/2014/main" id="{13185550-046D-4CF6-9E05-48C4B0AF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952500"/>
            <a:ext cx="2800350" cy="331470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1430">
            <a:solidFill>
              <a:srgbClr val="C6DCF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510129E-FA6D-406D-9425-5081EBE9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625" y="1057275"/>
            <a:ext cx="2324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CUDA thread block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A14403-7F64-4B6F-9F9B-79AA5E21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466850"/>
            <a:ext cx="222885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4288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Warp 0</a:t>
            </a:r>
          </a:p>
        </p:txBody>
      </p:sp>
      <p:sp>
        <p:nvSpPr>
          <p:cNvPr id="54" name="Assegnazione Warp 0">
            <a:extLst xmlns:a="http://schemas.openxmlformats.org/drawingml/2006/main">
              <a:ext uri="{FF2B5EF4-FFF2-40B4-BE49-F238E27FC236}">
                <a16:creationId xmlns:a16="http://schemas.microsoft.com/office/drawing/2014/main" id="{6FAA2B8C-17E3-4C26-A495-3698CF42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181100"/>
            <a:ext cx="904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8A4F21-843C-49DC-B6FD-51D3709C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952625"/>
            <a:ext cx="222885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14288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Warp 1</a:t>
            </a:r>
          </a:p>
        </p:txBody>
      </p:sp>
      <p:sp>
        <p:nvSpPr>
          <p:cNvPr id="56" name="Assegnazione Warp 1">
            <a:extLst xmlns:a="http://schemas.openxmlformats.org/drawingml/2006/main">
              <a:ext uri="{FF2B5EF4-FFF2-40B4-BE49-F238E27FC236}">
                <a16:creationId xmlns:a16="http://schemas.microsoft.com/office/drawing/2014/main" id="{BCDE0B2B-4A5B-4377-87EC-15BAAC52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62100"/>
            <a:ext cx="904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4763">
            <a:solidFill>
              <a:srgbClr val="27AE60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1D970A2-B5EF-4663-A04E-E1EF3412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2438400"/>
            <a:ext cx="222885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E9D3"/>
          </a:solidFill>
          <a:ln xmlns:a="http://schemas.openxmlformats.org/drawingml/2006/main" w="14288">
            <a:solidFill>
              <a:srgbClr val="F2994A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Warp 2</a:t>
            </a:r>
          </a:p>
        </p:txBody>
      </p:sp>
      <p:sp>
        <p:nvSpPr>
          <p:cNvPr id="58" name="Assegnazione Warp 2">
            <a:extLst xmlns:a="http://schemas.openxmlformats.org/drawingml/2006/main">
              <a:ext uri="{FF2B5EF4-FFF2-40B4-BE49-F238E27FC236}">
                <a16:creationId xmlns:a16="http://schemas.microsoft.com/office/drawing/2014/main" id="{6E039017-D953-4A52-B771-2D9A7BA4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43100"/>
            <a:ext cx="904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4763">
            <a:solidFill>
              <a:srgbClr val="F2994A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5AB8425-20C6-4CA7-A063-899518FA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2924175"/>
            <a:ext cx="222885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DE1E1"/>
          </a:solidFill>
          <a:ln xmlns:a="http://schemas.openxmlformats.org/drawingml/2006/main" w="14288">
            <a:solidFill>
              <a:srgbClr val="EB575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Warp 3</a:t>
            </a:r>
          </a:p>
        </p:txBody>
      </p:sp>
      <p:sp>
        <p:nvSpPr>
          <p:cNvPr id="60" name="Assegnazione Warp 3">
            <a:extLst xmlns:a="http://schemas.openxmlformats.org/drawingml/2006/main">
              <a:ext uri="{FF2B5EF4-FFF2-40B4-BE49-F238E27FC236}">
                <a16:creationId xmlns:a16="http://schemas.microsoft.com/office/drawing/2014/main" id="{3DF7DE7E-FBF3-4030-B0C9-F2621FD2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24100"/>
            <a:ext cx="904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4763">
            <a:solidFill>
              <a:srgbClr val="EB5757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6349C43-FFAB-4743-9055-FD81642E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975" y="353377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128 thread = 4 warp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16CFA7-EE47-4249-93FD-3364B4EF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950" y="3848100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t>Ogni blocco elabora 4 righe di 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E47BAE0-CBD2-4FE5-857D-E2AA8941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1362075"/>
            <a:ext cx="2857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14288">
            <a:solidFill>
              <a:srgbClr val="7EA6D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Ogni warp calcola</a:t>
            </a:r>
          </a:p>
          <a:p xmlns:a="http://schemas.openxmlformats.org/drawingml/2006/main">
            <a:pPr algn="ctr">
              <a:defRPr sz="1650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una riga completa di 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F5AB859-41CF-4A04-8130-69D48EB7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425" y="2524125"/>
            <a:ext cx="296227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UN WARP =</a:t>
            </a:r>
          </a:p>
          <a:p xmlns:a="http://schemas.openxmlformats.org/drawingml/2006/main">
            <a:pPr algn="ctr">
              <a:defRPr sz="21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UNA RIGA DI 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C12713E-6EAE-4964-9769-101C7511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3762375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t>warp_id = i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1FEC386-EF6B-46CF-BB01-F25513AA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4552950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75" i="0">
                <a:latin typeface="Aptos"/>
                <a:ea typeface="Aptos"/>
                <a:cs typeface="Aptos"/>
              </a:rPr>
              <a:t>I blocchi successivi continuano sulle righe i = 4, 5, …, m</a:t>
            </a:r>
            <a:r>
              <a:rPr sz="918" i="0" baseline="-25000">
                <a:latin typeface="Aptos"/>
                <a:ea typeface="Aptos"/>
                <a:cs typeface="Aptos"/>
              </a:rPr>
              <a:t>loc</a:t>
            </a:r>
            <a:r>
              <a:rPr sz="1275" i="0">
                <a:latin typeface="Aptos"/>
                <a:ea typeface="Aptos"/>
                <a:cs typeface="Aptos"/>
              </a:rPr>
              <a:t>−1</a:t>
            </a:r>
          </a:p>
        </p:txBody>
      </p:sp>
      <p:sp>
        <p:nvSpPr>
          <p:cNvPr id="67" name="Messaggio conclusivo">
            <a:extLst xmlns:a="http://schemas.openxmlformats.org/drawingml/2006/main">
              <a:ext uri="{FF2B5EF4-FFF2-40B4-BE49-F238E27FC236}">
                <a16:creationId xmlns:a16="http://schemas.microsoft.com/office/drawing/2014/main" id="{4B2C1F0A-8199-4E05-A9AC-1FD9DA46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5381625"/>
            <a:ext cx="105727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Con BLOCK_THREADS = 128, ogni blocco contiene 4 warp e produce 4 righe di Y</a:t>
            </a:r>
          </a:p>
        </p:txBody>
      </p:sp>
    </p:spTree>
    <p:extLst>
      <p:ext uri="{BB962C8B-B14F-4D97-AF65-F5344CB8AC3E}">
        <p14:creationId xmlns:p14="http://schemas.microsoft.com/office/powerpoint/2010/main" val="15487046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" name="Titolo">
            <a:extLst xmlns:a="http://schemas.openxmlformats.org/drawingml/2006/main">
              <a:ext uri="{FF2B5EF4-FFF2-40B4-BE49-F238E27FC236}">
                <a16:creationId xmlns:a16="http://schemas.microsoft.com/office/drawing/2014/main" id="{DB1BDCC9-1170-4BB9-934E-A7FC7B21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t>Zoom su un warp: dalla riga di A alla riga di Y</a:t>
            </a:r>
          </a:p>
        </p:txBody>
      </p:sp>
      <p:sp>
        <p:nvSpPr>
          <p:cNvPr id="2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9C68C2F3-6BA9-42D1-9814-2127DEC2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8A66F-4DB9-4FD4-A4CE-1D6CAF02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64865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D8CEB-6091-4DE2-80DE-969D4D68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2F9D2-1CAF-4554-B1EF-CD02B742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7429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650" i="0">
                <a:latin typeface="Cambria Math"/>
                <a:ea typeface="Cambria Math"/>
                <a:cs typeface="Cambria Math"/>
              </a:rPr>
              <a:t>A  (m</a:t>
            </a:r>
            <a:r>
              <a:rPr sz="1188" i="0" baseline="-25000">
                <a:latin typeface="Cambria Math"/>
                <a:ea typeface="Cambria Math"/>
                <a:cs typeface="Cambria Math"/>
              </a:rPr>
              <a:t>loc</a:t>
            </a:r>
            <a:r>
              <a:rPr sz="1650" i="0">
                <a:latin typeface="Cambria Math"/>
                <a:ea typeface="Cambria Math"/>
                <a:cs typeface="Cambria Math"/>
              </a:rPr>
              <a:t> × n</a:t>
            </a:r>
            <a:r>
              <a:rPr sz="1188" i="0" baseline="-25000">
                <a:latin typeface="Cambria Math"/>
                <a:ea typeface="Cambria Math"/>
                <a:cs typeface="Cambria Math"/>
              </a:rPr>
              <a:t>loc</a:t>
            </a:r>
            <a:r>
              <a:rPr sz="1650" i="0"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42569-1B88-4EDE-BD65-1E240379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7429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650" i="0">
                <a:latin typeface="Cambria Math"/>
                <a:ea typeface="Cambria Math"/>
                <a:cs typeface="Cambria Math"/>
              </a:rPr>
              <a:t>X  (n</a:t>
            </a:r>
            <a:r>
              <a:rPr sz="1188" i="0" baseline="-25000">
                <a:latin typeface="Cambria Math"/>
                <a:ea typeface="Cambria Math"/>
                <a:cs typeface="Cambria Math"/>
              </a:rPr>
              <a:t>loc</a:t>
            </a:r>
            <a:r>
              <a:rPr sz="1650" i="0">
                <a:latin typeface="Cambria Math"/>
                <a:ea typeface="Cambria Math"/>
                <a:cs typeface="Cambria Math"/>
              </a:rPr>
              <a:t> × k)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3572B-FD53-4BB7-9F6A-CF24BDA3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7429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650" i="0">
                <a:latin typeface="Cambria Math"/>
                <a:ea typeface="Cambria Math"/>
                <a:cs typeface="Cambria Math"/>
              </a:rPr>
              <a:t>Y  (m</a:t>
            </a:r>
            <a:r>
              <a:rPr sz="1188" i="0" baseline="-25000">
                <a:latin typeface="Cambria Math"/>
                <a:ea typeface="Cambria Math"/>
                <a:cs typeface="Cambria Math"/>
              </a:rPr>
              <a:t>loc</a:t>
            </a:r>
            <a:r>
              <a:rPr sz="1650" i="0">
                <a:latin typeface="Cambria Math"/>
                <a:ea typeface="Cambria Math"/>
                <a:cs typeface="Cambria Math"/>
              </a:rPr>
              <a:t> × k)</a:t>
            </a:r>
          </a:p>
        </p:txBody>
      </p:sp>
      <p:sp>
        <p:nvSpPr>
          <p:cNvPr id="8" name="A 0 0">
            <a:extLst xmlns:a="http://schemas.openxmlformats.org/drawingml/2006/main">
              <a:ext uri="{FF2B5EF4-FFF2-40B4-BE49-F238E27FC236}">
                <a16:creationId xmlns:a16="http://schemas.microsoft.com/office/drawing/2014/main" id="{0307FCB2-9531-45A3-A1B3-53E9E767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9" name="A 0 1">
            <a:extLst xmlns:a="http://schemas.openxmlformats.org/drawingml/2006/main">
              <a:ext uri="{FF2B5EF4-FFF2-40B4-BE49-F238E27FC236}">
                <a16:creationId xmlns:a16="http://schemas.microsoft.com/office/drawing/2014/main" id="{C17B5EF3-315B-43BD-BDD1-E1E3684C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0" name="A 0 2">
            <a:extLst xmlns:a="http://schemas.openxmlformats.org/drawingml/2006/main">
              <a:ext uri="{FF2B5EF4-FFF2-40B4-BE49-F238E27FC236}">
                <a16:creationId xmlns:a16="http://schemas.microsoft.com/office/drawing/2014/main" id="{F8332EED-6DAD-44E7-BA14-72B4E454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1" name="A 0 3">
            <a:extLst xmlns:a="http://schemas.openxmlformats.org/drawingml/2006/main">
              <a:ext uri="{FF2B5EF4-FFF2-40B4-BE49-F238E27FC236}">
                <a16:creationId xmlns:a16="http://schemas.microsoft.com/office/drawing/2014/main" id="{0B745C5F-7B5D-4A3E-8AE2-B74A7B01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2" name="A 0 4">
            <a:extLst xmlns:a="http://schemas.openxmlformats.org/drawingml/2006/main">
              <a:ext uri="{FF2B5EF4-FFF2-40B4-BE49-F238E27FC236}">
                <a16:creationId xmlns:a16="http://schemas.microsoft.com/office/drawing/2014/main" id="{6D09966C-3C52-4CBF-86BC-7D77997C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3" name="A 0 5">
            <a:extLst xmlns:a="http://schemas.openxmlformats.org/drawingml/2006/main">
              <a:ext uri="{FF2B5EF4-FFF2-40B4-BE49-F238E27FC236}">
                <a16:creationId xmlns:a16="http://schemas.microsoft.com/office/drawing/2014/main" id="{2CCD4EDC-48F1-4E0B-A481-F9A7B904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4" name="A 0 6">
            <a:extLst xmlns:a="http://schemas.openxmlformats.org/drawingml/2006/main">
              <a:ext uri="{FF2B5EF4-FFF2-40B4-BE49-F238E27FC236}">
                <a16:creationId xmlns:a16="http://schemas.microsoft.com/office/drawing/2014/main" id="{35D37B62-1DF7-4F23-BFCA-5B163FDE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5" name="A 0 7">
            <a:extLst xmlns:a="http://schemas.openxmlformats.org/drawingml/2006/main">
              <a:ext uri="{FF2B5EF4-FFF2-40B4-BE49-F238E27FC236}">
                <a16:creationId xmlns:a16="http://schemas.microsoft.com/office/drawing/2014/main" id="{DFBF1D10-892B-46E8-8108-478198F6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6" name="A 0 8">
            <a:extLst xmlns:a="http://schemas.openxmlformats.org/drawingml/2006/main">
              <a:ext uri="{FF2B5EF4-FFF2-40B4-BE49-F238E27FC236}">
                <a16:creationId xmlns:a16="http://schemas.microsoft.com/office/drawing/2014/main" id="{76075236-6447-4C9C-A3FA-2377E6F4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7" name="A 1 0">
            <a:extLst xmlns:a="http://schemas.openxmlformats.org/drawingml/2006/main">
              <a:ext uri="{FF2B5EF4-FFF2-40B4-BE49-F238E27FC236}">
                <a16:creationId xmlns:a16="http://schemas.microsoft.com/office/drawing/2014/main" id="{A36B194B-D1A7-423A-8F50-91D93E11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8" name="A 1 1">
            <a:extLst xmlns:a="http://schemas.openxmlformats.org/drawingml/2006/main">
              <a:ext uri="{FF2B5EF4-FFF2-40B4-BE49-F238E27FC236}">
                <a16:creationId xmlns:a16="http://schemas.microsoft.com/office/drawing/2014/main" id="{267511DE-8C87-4324-A744-A0784F61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9" name="A 1 2">
            <a:extLst xmlns:a="http://schemas.openxmlformats.org/drawingml/2006/main">
              <a:ext uri="{FF2B5EF4-FFF2-40B4-BE49-F238E27FC236}">
                <a16:creationId xmlns:a16="http://schemas.microsoft.com/office/drawing/2014/main" id="{75A21D93-AB5D-4BFD-9EA1-E67C25E3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20" name="A 1 3">
            <a:extLst xmlns:a="http://schemas.openxmlformats.org/drawingml/2006/main">
              <a:ext uri="{FF2B5EF4-FFF2-40B4-BE49-F238E27FC236}">
                <a16:creationId xmlns:a16="http://schemas.microsoft.com/office/drawing/2014/main" id="{AEF1E34F-2938-4211-9FEB-68978985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21" name="A 1 4">
            <a:extLst xmlns:a="http://schemas.openxmlformats.org/drawingml/2006/main">
              <a:ext uri="{FF2B5EF4-FFF2-40B4-BE49-F238E27FC236}">
                <a16:creationId xmlns:a16="http://schemas.microsoft.com/office/drawing/2014/main" id="{4741AAE8-022A-414A-B97C-9E05FCF5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22" name="A 1 5">
            <a:extLst xmlns:a="http://schemas.openxmlformats.org/drawingml/2006/main">
              <a:ext uri="{FF2B5EF4-FFF2-40B4-BE49-F238E27FC236}">
                <a16:creationId xmlns:a16="http://schemas.microsoft.com/office/drawing/2014/main" id="{B19B13AD-7997-4C3A-BBC2-E1F625E3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23" name="A 1 6">
            <a:extLst xmlns:a="http://schemas.openxmlformats.org/drawingml/2006/main">
              <a:ext uri="{FF2B5EF4-FFF2-40B4-BE49-F238E27FC236}">
                <a16:creationId xmlns:a16="http://schemas.microsoft.com/office/drawing/2014/main" id="{9A24F22D-37F7-477A-9989-4BF9BE6F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24" name="A 1 7">
            <a:extLst xmlns:a="http://schemas.openxmlformats.org/drawingml/2006/main">
              <a:ext uri="{FF2B5EF4-FFF2-40B4-BE49-F238E27FC236}">
                <a16:creationId xmlns:a16="http://schemas.microsoft.com/office/drawing/2014/main" id="{078A7450-4053-40B7-B6A7-EF38A58A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25" name="A 1 8">
            <a:extLst xmlns:a="http://schemas.openxmlformats.org/drawingml/2006/main">
              <a:ext uri="{FF2B5EF4-FFF2-40B4-BE49-F238E27FC236}">
                <a16:creationId xmlns:a16="http://schemas.microsoft.com/office/drawing/2014/main" id="{84F49F64-8B8E-475D-BE19-31C622F4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26" name="A 2 0">
            <a:extLst xmlns:a="http://schemas.openxmlformats.org/drawingml/2006/main">
              <a:ext uri="{FF2B5EF4-FFF2-40B4-BE49-F238E27FC236}">
                <a16:creationId xmlns:a16="http://schemas.microsoft.com/office/drawing/2014/main" id="{BD1CA09F-1974-4890-AA8D-58924119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27" name="A 2 1">
            <a:extLst xmlns:a="http://schemas.openxmlformats.org/drawingml/2006/main">
              <a:ext uri="{FF2B5EF4-FFF2-40B4-BE49-F238E27FC236}">
                <a16:creationId xmlns:a16="http://schemas.microsoft.com/office/drawing/2014/main" id="{064694A4-40BB-4287-BD86-E06D264E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28" name="A 2 2">
            <a:extLst xmlns:a="http://schemas.openxmlformats.org/drawingml/2006/main">
              <a:ext uri="{FF2B5EF4-FFF2-40B4-BE49-F238E27FC236}">
                <a16:creationId xmlns:a16="http://schemas.microsoft.com/office/drawing/2014/main" id="{E6C4D7CD-DCDE-40C2-85F6-40180E00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29" name="A 2 3">
            <a:extLst xmlns:a="http://schemas.openxmlformats.org/drawingml/2006/main">
              <a:ext uri="{FF2B5EF4-FFF2-40B4-BE49-F238E27FC236}">
                <a16:creationId xmlns:a16="http://schemas.microsoft.com/office/drawing/2014/main" id="{8F76D6A3-B6E9-4E14-AB18-3BCAF50D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30" name="A 2 4">
            <a:extLst xmlns:a="http://schemas.openxmlformats.org/drawingml/2006/main">
              <a:ext uri="{FF2B5EF4-FFF2-40B4-BE49-F238E27FC236}">
                <a16:creationId xmlns:a16="http://schemas.microsoft.com/office/drawing/2014/main" id="{1DD1E127-F88B-4194-AB5F-96ABC2FB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31" name="A 2 5">
            <a:extLst xmlns:a="http://schemas.openxmlformats.org/drawingml/2006/main">
              <a:ext uri="{FF2B5EF4-FFF2-40B4-BE49-F238E27FC236}">
                <a16:creationId xmlns:a16="http://schemas.microsoft.com/office/drawing/2014/main" id="{BFFBD337-9CEF-4ADE-9AB4-2A22135D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32" name="A 2 6">
            <a:extLst xmlns:a="http://schemas.openxmlformats.org/drawingml/2006/main">
              <a:ext uri="{FF2B5EF4-FFF2-40B4-BE49-F238E27FC236}">
                <a16:creationId xmlns:a16="http://schemas.microsoft.com/office/drawing/2014/main" id="{6EB94D0E-91F8-486D-9C85-B01F063A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33" name="A 2 7">
            <a:extLst xmlns:a="http://schemas.openxmlformats.org/drawingml/2006/main">
              <a:ext uri="{FF2B5EF4-FFF2-40B4-BE49-F238E27FC236}">
                <a16:creationId xmlns:a16="http://schemas.microsoft.com/office/drawing/2014/main" id="{D40CFF66-82C4-4DC4-A7A4-34AB73A2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34" name="A 2 8">
            <a:extLst xmlns:a="http://schemas.openxmlformats.org/drawingml/2006/main">
              <a:ext uri="{FF2B5EF4-FFF2-40B4-BE49-F238E27FC236}">
                <a16:creationId xmlns:a16="http://schemas.microsoft.com/office/drawing/2014/main" id="{41036C86-4395-4EC4-93E7-B3A2E93E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35" name="A 3 0">
            <a:extLst xmlns:a="http://schemas.openxmlformats.org/drawingml/2006/main">
              <a:ext uri="{FF2B5EF4-FFF2-40B4-BE49-F238E27FC236}">
                <a16:creationId xmlns:a16="http://schemas.microsoft.com/office/drawing/2014/main" id="{9DAA4110-8462-4B7B-B893-F46ADBEF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A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i0</a:t>
            </a:r>
          </a:p>
        </p:txBody>
      </p:sp>
      <p:sp>
        <p:nvSpPr>
          <p:cNvPr id="36" name="A 3 1">
            <a:extLst xmlns:a="http://schemas.openxmlformats.org/drawingml/2006/main">
              <a:ext uri="{FF2B5EF4-FFF2-40B4-BE49-F238E27FC236}">
                <a16:creationId xmlns:a16="http://schemas.microsoft.com/office/drawing/2014/main" id="{CADB3B59-E3D5-4440-A20D-3582A528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A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i1</a:t>
            </a:r>
          </a:p>
        </p:txBody>
      </p:sp>
      <p:sp>
        <p:nvSpPr>
          <p:cNvPr id="37" name="A 3 2">
            <a:extLst xmlns:a="http://schemas.openxmlformats.org/drawingml/2006/main">
              <a:ext uri="{FF2B5EF4-FFF2-40B4-BE49-F238E27FC236}">
                <a16:creationId xmlns:a16="http://schemas.microsoft.com/office/drawing/2014/main" id="{70A99979-B912-43BB-914A-2A801117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A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i2</a:t>
            </a:r>
          </a:p>
        </p:txBody>
      </p:sp>
      <p:sp>
        <p:nvSpPr>
          <p:cNvPr id="38" name="A 3 3">
            <a:extLst xmlns:a="http://schemas.openxmlformats.org/drawingml/2006/main">
              <a:ext uri="{FF2B5EF4-FFF2-40B4-BE49-F238E27FC236}">
                <a16:creationId xmlns:a16="http://schemas.microsoft.com/office/drawing/2014/main" id="{C360FAC6-9EFE-414A-8421-3F1CAF20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A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i3</a:t>
            </a:r>
          </a:p>
        </p:txBody>
      </p:sp>
      <p:sp>
        <p:nvSpPr>
          <p:cNvPr id="39" name="A 3 4">
            <a:extLst xmlns:a="http://schemas.openxmlformats.org/drawingml/2006/main">
              <a:ext uri="{FF2B5EF4-FFF2-40B4-BE49-F238E27FC236}">
                <a16:creationId xmlns:a16="http://schemas.microsoft.com/office/drawing/2014/main" id="{6E5F7B93-608B-4872-8C98-6A922906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40" name="A 3 5">
            <a:extLst xmlns:a="http://schemas.openxmlformats.org/drawingml/2006/main">
              <a:ext uri="{FF2B5EF4-FFF2-40B4-BE49-F238E27FC236}">
                <a16:creationId xmlns:a16="http://schemas.microsoft.com/office/drawing/2014/main" id="{24A72BA4-8F00-494C-B275-C2AB68CB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41" name="A 3 6">
            <a:extLst xmlns:a="http://schemas.openxmlformats.org/drawingml/2006/main">
              <a:ext uri="{FF2B5EF4-FFF2-40B4-BE49-F238E27FC236}">
                <a16:creationId xmlns:a16="http://schemas.microsoft.com/office/drawing/2014/main" id="{C62A27E6-2143-4749-8BAB-9AE7C9F8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42" name="A 3 7">
            <a:extLst xmlns:a="http://schemas.openxmlformats.org/drawingml/2006/main">
              <a:ext uri="{FF2B5EF4-FFF2-40B4-BE49-F238E27FC236}">
                <a16:creationId xmlns:a16="http://schemas.microsoft.com/office/drawing/2014/main" id="{04771A40-9C64-4985-A0E5-F925FFB0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43" name="A 3 8">
            <a:extLst xmlns:a="http://schemas.openxmlformats.org/drawingml/2006/main">
              <a:ext uri="{FF2B5EF4-FFF2-40B4-BE49-F238E27FC236}">
                <a16:creationId xmlns:a16="http://schemas.microsoft.com/office/drawing/2014/main" id="{D651CAA7-498B-490C-A34B-802B887A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44" name="A 4 0">
            <a:extLst xmlns:a="http://schemas.openxmlformats.org/drawingml/2006/main">
              <a:ext uri="{FF2B5EF4-FFF2-40B4-BE49-F238E27FC236}">
                <a16:creationId xmlns:a16="http://schemas.microsoft.com/office/drawing/2014/main" id="{D647FD66-2302-4BC5-A281-791A4978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45" name="A 4 1">
            <a:extLst xmlns:a="http://schemas.openxmlformats.org/drawingml/2006/main">
              <a:ext uri="{FF2B5EF4-FFF2-40B4-BE49-F238E27FC236}">
                <a16:creationId xmlns:a16="http://schemas.microsoft.com/office/drawing/2014/main" id="{C1C5D662-81FA-4587-BBAA-4EF428F7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46" name="A 4 2">
            <a:extLst xmlns:a="http://schemas.openxmlformats.org/drawingml/2006/main">
              <a:ext uri="{FF2B5EF4-FFF2-40B4-BE49-F238E27FC236}">
                <a16:creationId xmlns:a16="http://schemas.microsoft.com/office/drawing/2014/main" id="{D645F9A7-73D0-49DC-88CC-F93EC9F5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47" name="A 4 3">
            <a:extLst xmlns:a="http://schemas.openxmlformats.org/drawingml/2006/main">
              <a:ext uri="{FF2B5EF4-FFF2-40B4-BE49-F238E27FC236}">
                <a16:creationId xmlns:a16="http://schemas.microsoft.com/office/drawing/2014/main" id="{DCF253AC-8913-45E7-B020-74759F6E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48" name="A 4 4">
            <a:extLst xmlns:a="http://schemas.openxmlformats.org/drawingml/2006/main">
              <a:ext uri="{FF2B5EF4-FFF2-40B4-BE49-F238E27FC236}">
                <a16:creationId xmlns:a16="http://schemas.microsoft.com/office/drawing/2014/main" id="{C5B7FC6D-7D34-4F47-AE6E-E44EEAB6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49" name="A 4 5">
            <a:extLst xmlns:a="http://schemas.openxmlformats.org/drawingml/2006/main">
              <a:ext uri="{FF2B5EF4-FFF2-40B4-BE49-F238E27FC236}">
                <a16:creationId xmlns:a16="http://schemas.microsoft.com/office/drawing/2014/main" id="{F4660F17-4A39-4910-81CA-0002C4F6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50" name="A 4 6">
            <a:extLst xmlns:a="http://schemas.openxmlformats.org/drawingml/2006/main">
              <a:ext uri="{FF2B5EF4-FFF2-40B4-BE49-F238E27FC236}">
                <a16:creationId xmlns:a16="http://schemas.microsoft.com/office/drawing/2014/main" id="{D136C9E9-5A0D-44CC-A969-B5243AF4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51" name="A 4 7">
            <a:extLst xmlns:a="http://schemas.openxmlformats.org/drawingml/2006/main">
              <a:ext uri="{FF2B5EF4-FFF2-40B4-BE49-F238E27FC236}">
                <a16:creationId xmlns:a16="http://schemas.microsoft.com/office/drawing/2014/main" id="{C272C60D-C2A6-452F-9303-AFCC876C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52" name="A 4 8">
            <a:extLst xmlns:a="http://schemas.openxmlformats.org/drawingml/2006/main">
              <a:ext uri="{FF2B5EF4-FFF2-40B4-BE49-F238E27FC236}">
                <a16:creationId xmlns:a16="http://schemas.microsoft.com/office/drawing/2014/main" id="{147A5605-00FD-40A9-B6FF-C51E8685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53" name="A 5 0">
            <a:extLst xmlns:a="http://schemas.openxmlformats.org/drawingml/2006/main">
              <a:ext uri="{FF2B5EF4-FFF2-40B4-BE49-F238E27FC236}">
                <a16:creationId xmlns:a16="http://schemas.microsoft.com/office/drawing/2014/main" id="{7D05EE2B-73BB-4AE0-83CC-2AC1EBE3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54" name="A 5 1">
            <a:extLst xmlns:a="http://schemas.openxmlformats.org/drawingml/2006/main">
              <a:ext uri="{FF2B5EF4-FFF2-40B4-BE49-F238E27FC236}">
                <a16:creationId xmlns:a16="http://schemas.microsoft.com/office/drawing/2014/main" id="{13A37A9E-008B-43B8-8761-99BA6A9C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55" name="A 5 2">
            <a:extLst xmlns:a="http://schemas.openxmlformats.org/drawingml/2006/main">
              <a:ext uri="{FF2B5EF4-FFF2-40B4-BE49-F238E27FC236}">
                <a16:creationId xmlns:a16="http://schemas.microsoft.com/office/drawing/2014/main" id="{3C489F68-B54E-4385-ACC6-054C6863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56" name="A 5 3">
            <a:extLst xmlns:a="http://schemas.openxmlformats.org/drawingml/2006/main">
              <a:ext uri="{FF2B5EF4-FFF2-40B4-BE49-F238E27FC236}">
                <a16:creationId xmlns:a16="http://schemas.microsoft.com/office/drawing/2014/main" id="{D8A0B4C3-76E4-45B6-BEBB-EDA6F287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57" name="A 5 4">
            <a:extLst xmlns:a="http://schemas.openxmlformats.org/drawingml/2006/main">
              <a:ext uri="{FF2B5EF4-FFF2-40B4-BE49-F238E27FC236}">
                <a16:creationId xmlns:a16="http://schemas.microsoft.com/office/drawing/2014/main" id="{B89AE5A4-8F95-440A-97AA-5458558C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58" name="A 5 5">
            <a:extLst xmlns:a="http://schemas.openxmlformats.org/drawingml/2006/main">
              <a:ext uri="{FF2B5EF4-FFF2-40B4-BE49-F238E27FC236}">
                <a16:creationId xmlns:a16="http://schemas.microsoft.com/office/drawing/2014/main" id="{9652346A-F2E0-40AC-A7F4-B03EAF1A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59" name="A 5 6">
            <a:extLst xmlns:a="http://schemas.openxmlformats.org/drawingml/2006/main">
              <a:ext uri="{FF2B5EF4-FFF2-40B4-BE49-F238E27FC236}">
                <a16:creationId xmlns:a16="http://schemas.microsoft.com/office/drawing/2014/main" id="{3886A7CC-FE22-4BB1-81C1-C0153412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60" name="A 5 7">
            <a:extLst xmlns:a="http://schemas.openxmlformats.org/drawingml/2006/main">
              <a:ext uri="{FF2B5EF4-FFF2-40B4-BE49-F238E27FC236}">
                <a16:creationId xmlns:a16="http://schemas.microsoft.com/office/drawing/2014/main" id="{B8BD8D54-E3B0-456E-942A-243F54CD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61" name="A 5 8">
            <a:extLst xmlns:a="http://schemas.openxmlformats.org/drawingml/2006/main">
              <a:ext uri="{FF2B5EF4-FFF2-40B4-BE49-F238E27FC236}">
                <a16:creationId xmlns:a16="http://schemas.microsoft.com/office/drawing/2014/main" id="{3473E6D3-44C6-4B36-A991-C0A870C3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62" name="A 6 0">
            <a:extLst xmlns:a="http://schemas.openxmlformats.org/drawingml/2006/main">
              <a:ext uri="{FF2B5EF4-FFF2-40B4-BE49-F238E27FC236}">
                <a16:creationId xmlns:a16="http://schemas.microsoft.com/office/drawing/2014/main" id="{8D76912E-5AD6-4869-A9B7-9DDF4547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63" name="A 6 1">
            <a:extLst xmlns:a="http://schemas.openxmlformats.org/drawingml/2006/main">
              <a:ext uri="{FF2B5EF4-FFF2-40B4-BE49-F238E27FC236}">
                <a16:creationId xmlns:a16="http://schemas.microsoft.com/office/drawing/2014/main" id="{6E1957C6-11F1-4A71-848A-EA806EA0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64" name="A 6 2">
            <a:extLst xmlns:a="http://schemas.openxmlformats.org/drawingml/2006/main">
              <a:ext uri="{FF2B5EF4-FFF2-40B4-BE49-F238E27FC236}">
                <a16:creationId xmlns:a16="http://schemas.microsoft.com/office/drawing/2014/main" id="{3716E40D-7834-4E6D-B5D0-AB89B416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65" name="A 6 3">
            <a:extLst xmlns:a="http://schemas.openxmlformats.org/drawingml/2006/main">
              <a:ext uri="{FF2B5EF4-FFF2-40B4-BE49-F238E27FC236}">
                <a16:creationId xmlns:a16="http://schemas.microsoft.com/office/drawing/2014/main" id="{5C16DEDC-B9E4-463C-A7CB-43DFE0EA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66" name="A 6 4">
            <a:extLst xmlns:a="http://schemas.openxmlformats.org/drawingml/2006/main">
              <a:ext uri="{FF2B5EF4-FFF2-40B4-BE49-F238E27FC236}">
                <a16:creationId xmlns:a16="http://schemas.microsoft.com/office/drawing/2014/main" id="{F234EDE1-3B2C-4563-B71D-A380C089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67" name="A 6 5">
            <a:extLst xmlns:a="http://schemas.openxmlformats.org/drawingml/2006/main">
              <a:ext uri="{FF2B5EF4-FFF2-40B4-BE49-F238E27FC236}">
                <a16:creationId xmlns:a16="http://schemas.microsoft.com/office/drawing/2014/main" id="{40FFA239-0C35-4AC2-B813-364159E6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68" name="A 6 6">
            <a:extLst xmlns:a="http://schemas.openxmlformats.org/drawingml/2006/main">
              <a:ext uri="{FF2B5EF4-FFF2-40B4-BE49-F238E27FC236}">
                <a16:creationId xmlns:a16="http://schemas.microsoft.com/office/drawing/2014/main" id="{67448986-082C-4BD2-962E-E720A6AF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69" name="A 6 7">
            <a:extLst xmlns:a="http://schemas.openxmlformats.org/drawingml/2006/main">
              <a:ext uri="{FF2B5EF4-FFF2-40B4-BE49-F238E27FC236}">
                <a16:creationId xmlns:a16="http://schemas.microsoft.com/office/drawing/2014/main" id="{88C9462B-52C0-4767-9235-B83E511F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70" name="A 6 8">
            <a:extLst xmlns:a="http://schemas.openxmlformats.org/drawingml/2006/main">
              <a:ext uri="{FF2B5EF4-FFF2-40B4-BE49-F238E27FC236}">
                <a16:creationId xmlns:a16="http://schemas.microsoft.com/office/drawing/2014/main" id="{C2403B4F-529F-4F25-94E6-59904BC3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71" name="A 7 0">
            <a:extLst xmlns:a="http://schemas.openxmlformats.org/drawingml/2006/main">
              <a:ext uri="{FF2B5EF4-FFF2-40B4-BE49-F238E27FC236}">
                <a16:creationId xmlns:a16="http://schemas.microsoft.com/office/drawing/2014/main" id="{A81700A0-79DB-4666-992D-361A0C31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72" name="A 7 1">
            <a:extLst xmlns:a="http://schemas.openxmlformats.org/drawingml/2006/main">
              <a:ext uri="{FF2B5EF4-FFF2-40B4-BE49-F238E27FC236}">
                <a16:creationId xmlns:a16="http://schemas.microsoft.com/office/drawing/2014/main" id="{105327EF-965F-401D-9407-CA972911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73" name="A 7 2">
            <a:extLst xmlns:a="http://schemas.openxmlformats.org/drawingml/2006/main">
              <a:ext uri="{FF2B5EF4-FFF2-40B4-BE49-F238E27FC236}">
                <a16:creationId xmlns:a16="http://schemas.microsoft.com/office/drawing/2014/main" id="{A7FECA0B-2D4A-4CCE-A0E4-019106DA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74" name="A 7 3">
            <a:extLst xmlns:a="http://schemas.openxmlformats.org/drawingml/2006/main">
              <a:ext uri="{FF2B5EF4-FFF2-40B4-BE49-F238E27FC236}">
                <a16:creationId xmlns:a16="http://schemas.microsoft.com/office/drawing/2014/main" id="{1AE94140-AC86-41DB-8E1E-E3E1140A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75" name="A 7 4">
            <a:extLst xmlns:a="http://schemas.openxmlformats.org/drawingml/2006/main">
              <a:ext uri="{FF2B5EF4-FFF2-40B4-BE49-F238E27FC236}">
                <a16:creationId xmlns:a16="http://schemas.microsoft.com/office/drawing/2014/main" id="{7C46771D-B4F6-40FD-B8FA-BE2D7B9B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76" name="A 7 5">
            <a:extLst xmlns:a="http://schemas.openxmlformats.org/drawingml/2006/main">
              <a:ext uri="{FF2B5EF4-FFF2-40B4-BE49-F238E27FC236}">
                <a16:creationId xmlns:a16="http://schemas.microsoft.com/office/drawing/2014/main" id="{747BF195-91F2-4DB8-82A3-C3E9D23A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77" name="A 7 6">
            <a:extLst xmlns:a="http://schemas.openxmlformats.org/drawingml/2006/main">
              <a:ext uri="{FF2B5EF4-FFF2-40B4-BE49-F238E27FC236}">
                <a16:creationId xmlns:a16="http://schemas.microsoft.com/office/drawing/2014/main" id="{A40C8097-30C4-4CF9-A934-9A5B8796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78" name="A 7 7">
            <a:extLst xmlns:a="http://schemas.openxmlformats.org/drawingml/2006/main">
              <a:ext uri="{FF2B5EF4-FFF2-40B4-BE49-F238E27FC236}">
                <a16:creationId xmlns:a16="http://schemas.microsoft.com/office/drawing/2014/main" id="{02A2497D-0CF7-479F-9420-F6DF4E0E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79" name="A 7 8">
            <a:extLst xmlns:a="http://schemas.openxmlformats.org/drawingml/2006/main">
              <a:ext uri="{FF2B5EF4-FFF2-40B4-BE49-F238E27FC236}">
                <a16:creationId xmlns:a16="http://schemas.microsoft.com/office/drawing/2014/main" id="{271BD994-1700-425C-A416-78471DE3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77DA54C-CD1B-4509-8DA7-EEC2C3E5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" y="19621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375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t>riga i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627991C-64A8-455E-8089-3BB3E2EA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276475"/>
            <a:ext cx="3143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82" name="X 0 0">
            <a:extLst xmlns:a="http://schemas.openxmlformats.org/drawingml/2006/main">
              <a:ext uri="{FF2B5EF4-FFF2-40B4-BE49-F238E27FC236}">
                <a16:creationId xmlns:a16="http://schemas.microsoft.com/office/drawing/2014/main" id="{20664CB0-EFA4-4C36-9EDF-C4A74ABB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83" name="X 0 1">
            <a:extLst xmlns:a="http://schemas.openxmlformats.org/drawingml/2006/main">
              <a:ext uri="{FF2B5EF4-FFF2-40B4-BE49-F238E27FC236}">
                <a16:creationId xmlns:a16="http://schemas.microsoft.com/office/drawing/2014/main" id="{23B17CF7-D3DC-439E-A07D-C24F4F7E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84" name="X 0 2">
            <a:extLst xmlns:a="http://schemas.openxmlformats.org/drawingml/2006/main">
              <a:ext uri="{FF2B5EF4-FFF2-40B4-BE49-F238E27FC236}">
                <a16:creationId xmlns:a16="http://schemas.microsoft.com/office/drawing/2014/main" id="{C0498901-9871-4442-B73E-96F21C53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85" name="X 0 3">
            <a:extLst xmlns:a="http://schemas.openxmlformats.org/drawingml/2006/main">
              <a:ext uri="{FF2B5EF4-FFF2-40B4-BE49-F238E27FC236}">
                <a16:creationId xmlns:a16="http://schemas.microsoft.com/office/drawing/2014/main" id="{C34B25BE-681E-4DDB-A387-64746DD9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86" name="X 0 4">
            <a:extLst xmlns:a="http://schemas.openxmlformats.org/drawingml/2006/main">
              <a:ext uri="{FF2B5EF4-FFF2-40B4-BE49-F238E27FC236}">
                <a16:creationId xmlns:a16="http://schemas.microsoft.com/office/drawing/2014/main" id="{D0A1D670-2BE6-4860-9DE9-277CF5DC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87" name="X 0 5">
            <a:extLst xmlns:a="http://schemas.openxmlformats.org/drawingml/2006/main">
              <a:ext uri="{FF2B5EF4-FFF2-40B4-BE49-F238E27FC236}">
                <a16:creationId xmlns:a16="http://schemas.microsoft.com/office/drawing/2014/main" id="{2E7374C0-CBAE-4273-912D-121ACE0B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88" name="X 1 0">
            <a:extLst xmlns:a="http://schemas.openxmlformats.org/drawingml/2006/main">
              <a:ext uri="{FF2B5EF4-FFF2-40B4-BE49-F238E27FC236}">
                <a16:creationId xmlns:a16="http://schemas.microsoft.com/office/drawing/2014/main" id="{7F02B23E-924B-4629-953F-E534B754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89" name="X 1 1">
            <a:extLst xmlns:a="http://schemas.openxmlformats.org/drawingml/2006/main">
              <a:ext uri="{FF2B5EF4-FFF2-40B4-BE49-F238E27FC236}">
                <a16:creationId xmlns:a16="http://schemas.microsoft.com/office/drawing/2014/main" id="{91B20AFF-3288-4F56-8E51-BA483D48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90" name="X 1 2">
            <a:extLst xmlns:a="http://schemas.openxmlformats.org/drawingml/2006/main">
              <a:ext uri="{FF2B5EF4-FFF2-40B4-BE49-F238E27FC236}">
                <a16:creationId xmlns:a16="http://schemas.microsoft.com/office/drawing/2014/main" id="{72F226D4-DA9D-4842-B5A3-146D1BEE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91" name="X 1 3">
            <a:extLst xmlns:a="http://schemas.openxmlformats.org/drawingml/2006/main">
              <a:ext uri="{FF2B5EF4-FFF2-40B4-BE49-F238E27FC236}">
                <a16:creationId xmlns:a16="http://schemas.microsoft.com/office/drawing/2014/main" id="{4EC24232-0B06-47B4-A4AB-1D3F398D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92" name="X 1 4">
            <a:extLst xmlns:a="http://schemas.openxmlformats.org/drawingml/2006/main">
              <a:ext uri="{FF2B5EF4-FFF2-40B4-BE49-F238E27FC236}">
                <a16:creationId xmlns:a16="http://schemas.microsoft.com/office/drawing/2014/main" id="{FD79F531-A74D-4F92-AEEC-8291F4CB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93" name="X 1 5">
            <a:extLst xmlns:a="http://schemas.openxmlformats.org/drawingml/2006/main">
              <a:ext uri="{FF2B5EF4-FFF2-40B4-BE49-F238E27FC236}">
                <a16:creationId xmlns:a16="http://schemas.microsoft.com/office/drawing/2014/main" id="{D461203F-984F-4D4E-B8AC-945EF454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94" name="X 2 0">
            <a:extLst xmlns:a="http://schemas.openxmlformats.org/drawingml/2006/main">
              <a:ext uri="{FF2B5EF4-FFF2-40B4-BE49-F238E27FC236}">
                <a16:creationId xmlns:a16="http://schemas.microsoft.com/office/drawing/2014/main" id="{C563164C-AC33-4C14-973B-0D037C70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95" name="X 2 1">
            <a:extLst xmlns:a="http://schemas.openxmlformats.org/drawingml/2006/main">
              <a:ext uri="{FF2B5EF4-FFF2-40B4-BE49-F238E27FC236}">
                <a16:creationId xmlns:a16="http://schemas.microsoft.com/office/drawing/2014/main" id="{9391E0DD-8F5C-4689-999F-08B2F365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96" name="X 2 2">
            <a:extLst xmlns:a="http://schemas.openxmlformats.org/drawingml/2006/main">
              <a:ext uri="{FF2B5EF4-FFF2-40B4-BE49-F238E27FC236}">
                <a16:creationId xmlns:a16="http://schemas.microsoft.com/office/drawing/2014/main" id="{8D24BCE5-FA2B-401A-AE44-FE320EA6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97" name="X 2 3">
            <a:extLst xmlns:a="http://schemas.openxmlformats.org/drawingml/2006/main">
              <a:ext uri="{FF2B5EF4-FFF2-40B4-BE49-F238E27FC236}">
                <a16:creationId xmlns:a16="http://schemas.microsoft.com/office/drawing/2014/main" id="{85F7151E-32A4-4CF7-B8D5-C10490E8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98" name="X 2 4">
            <a:extLst xmlns:a="http://schemas.openxmlformats.org/drawingml/2006/main">
              <a:ext uri="{FF2B5EF4-FFF2-40B4-BE49-F238E27FC236}">
                <a16:creationId xmlns:a16="http://schemas.microsoft.com/office/drawing/2014/main" id="{6A6539F9-D85E-4FA0-87B2-86E36DC7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99" name="X 2 5">
            <a:extLst xmlns:a="http://schemas.openxmlformats.org/drawingml/2006/main">
              <a:ext uri="{FF2B5EF4-FFF2-40B4-BE49-F238E27FC236}">
                <a16:creationId xmlns:a16="http://schemas.microsoft.com/office/drawing/2014/main" id="{F23D07CC-3DEB-42ED-AACB-E009D082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00" name="X 3 0">
            <a:extLst xmlns:a="http://schemas.openxmlformats.org/drawingml/2006/main">
              <a:ext uri="{FF2B5EF4-FFF2-40B4-BE49-F238E27FC236}">
                <a16:creationId xmlns:a16="http://schemas.microsoft.com/office/drawing/2014/main" id="{4FFDF86D-73BF-4D17-89B0-D53139BB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01" name="X 3 1">
            <a:extLst xmlns:a="http://schemas.openxmlformats.org/drawingml/2006/main">
              <a:ext uri="{FF2B5EF4-FFF2-40B4-BE49-F238E27FC236}">
                <a16:creationId xmlns:a16="http://schemas.microsoft.com/office/drawing/2014/main" id="{CF229AE4-6416-425B-8017-C9F63F48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02" name="X 3 2">
            <a:extLst xmlns:a="http://schemas.openxmlformats.org/drawingml/2006/main">
              <a:ext uri="{FF2B5EF4-FFF2-40B4-BE49-F238E27FC236}">
                <a16:creationId xmlns:a16="http://schemas.microsoft.com/office/drawing/2014/main" id="{7B38BAB7-7844-49BE-8217-B732C7E3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03" name="X 3 3">
            <a:extLst xmlns:a="http://schemas.openxmlformats.org/drawingml/2006/main">
              <a:ext uri="{FF2B5EF4-FFF2-40B4-BE49-F238E27FC236}">
                <a16:creationId xmlns:a16="http://schemas.microsoft.com/office/drawing/2014/main" id="{6C40CF0D-6372-496F-AB61-DD9455D3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04" name="X 3 4">
            <a:extLst xmlns:a="http://schemas.openxmlformats.org/drawingml/2006/main">
              <a:ext uri="{FF2B5EF4-FFF2-40B4-BE49-F238E27FC236}">
                <a16:creationId xmlns:a16="http://schemas.microsoft.com/office/drawing/2014/main" id="{EEF236AF-6F95-48BC-85EA-15278824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05" name="X 3 5">
            <a:extLst xmlns:a="http://schemas.openxmlformats.org/drawingml/2006/main">
              <a:ext uri="{FF2B5EF4-FFF2-40B4-BE49-F238E27FC236}">
                <a16:creationId xmlns:a16="http://schemas.microsoft.com/office/drawing/2014/main" id="{4CC16947-7217-478C-8EA0-F29F9170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06" name="X 4 0">
            <a:extLst xmlns:a="http://schemas.openxmlformats.org/drawingml/2006/main">
              <a:ext uri="{FF2B5EF4-FFF2-40B4-BE49-F238E27FC236}">
                <a16:creationId xmlns:a16="http://schemas.microsoft.com/office/drawing/2014/main" id="{78B483B5-8A18-4BF4-9C00-A8DE9898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07" name="X 4 1">
            <a:extLst xmlns:a="http://schemas.openxmlformats.org/drawingml/2006/main">
              <a:ext uri="{FF2B5EF4-FFF2-40B4-BE49-F238E27FC236}">
                <a16:creationId xmlns:a16="http://schemas.microsoft.com/office/drawing/2014/main" id="{2A2271F6-464A-4148-A38F-122FC3D6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08" name="X 4 2">
            <a:extLst xmlns:a="http://schemas.openxmlformats.org/drawingml/2006/main">
              <a:ext uri="{FF2B5EF4-FFF2-40B4-BE49-F238E27FC236}">
                <a16:creationId xmlns:a16="http://schemas.microsoft.com/office/drawing/2014/main" id="{D4FC1097-87A0-48C1-9405-59AFA6C4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09" name="X 4 3">
            <a:extLst xmlns:a="http://schemas.openxmlformats.org/drawingml/2006/main">
              <a:ext uri="{FF2B5EF4-FFF2-40B4-BE49-F238E27FC236}">
                <a16:creationId xmlns:a16="http://schemas.microsoft.com/office/drawing/2014/main" id="{2B82B5E9-9FC1-4472-98AB-24D278A5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10" name="X 4 4">
            <a:extLst xmlns:a="http://schemas.openxmlformats.org/drawingml/2006/main">
              <a:ext uri="{FF2B5EF4-FFF2-40B4-BE49-F238E27FC236}">
                <a16:creationId xmlns:a16="http://schemas.microsoft.com/office/drawing/2014/main" id="{3590EC57-86FE-49FE-882E-92993F75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11" name="X 4 5">
            <a:extLst xmlns:a="http://schemas.openxmlformats.org/drawingml/2006/main">
              <a:ext uri="{FF2B5EF4-FFF2-40B4-BE49-F238E27FC236}">
                <a16:creationId xmlns:a16="http://schemas.microsoft.com/office/drawing/2014/main" id="{932B9603-4E2E-4307-99A6-AB065731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12" name="X 5 0">
            <a:extLst xmlns:a="http://schemas.openxmlformats.org/drawingml/2006/main">
              <a:ext uri="{FF2B5EF4-FFF2-40B4-BE49-F238E27FC236}">
                <a16:creationId xmlns:a16="http://schemas.microsoft.com/office/drawing/2014/main" id="{49D78D23-44E6-4814-B50A-4D6D91DF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13" name="X 5 1">
            <a:extLst xmlns:a="http://schemas.openxmlformats.org/drawingml/2006/main">
              <a:ext uri="{FF2B5EF4-FFF2-40B4-BE49-F238E27FC236}">
                <a16:creationId xmlns:a16="http://schemas.microsoft.com/office/drawing/2014/main" id="{A2515FAD-EC00-4799-B72B-63B5090E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14" name="X 5 2">
            <a:extLst xmlns:a="http://schemas.openxmlformats.org/drawingml/2006/main">
              <a:ext uri="{FF2B5EF4-FFF2-40B4-BE49-F238E27FC236}">
                <a16:creationId xmlns:a16="http://schemas.microsoft.com/office/drawing/2014/main" id="{0612C91F-4FC3-42AA-843E-A9CBC884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15" name="X 5 3">
            <a:extLst xmlns:a="http://schemas.openxmlformats.org/drawingml/2006/main">
              <a:ext uri="{FF2B5EF4-FFF2-40B4-BE49-F238E27FC236}">
                <a16:creationId xmlns:a16="http://schemas.microsoft.com/office/drawing/2014/main" id="{6506D832-E583-48A4-ACA0-47BBF09B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16" name="X 5 4">
            <a:extLst xmlns:a="http://schemas.openxmlformats.org/drawingml/2006/main">
              <a:ext uri="{FF2B5EF4-FFF2-40B4-BE49-F238E27FC236}">
                <a16:creationId xmlns:a16="http://schemas.microsoft.com/office/drawing/2014/main" id="{142D19DC-DB44-4C1F-8D80-3321FC43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17" name="X 5 5">
            <a:extLst xmlns:a="http://schemas.openxmlformats.org/drawingml/2006/main">
              <a:ext uri="{FF2B5EF4-FFF2-40B4-BE49-F238E27FC236}">
                <a16:creationId xmlns:a16="http://schemas.microsoft.com/office/drawing/2014/main" id="{C9556190-3B69-481E-9AFE-90511F76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18" name="X 6 0">
            <a:extLst xmlns:a="http://schemas.openxmlformats.org/drawingml/2006/main">
              <a:ext uri="{FF2B5EF4-FFF2-40B4-BE49-F238E27FC236}">
                <a16:creationId xmlns:a16="http://schemas.microsoft.com/office/drawing/2014/main" id="{C41CBEF7-EB7D-47F3-974B-771B92E0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19" name="X 6 1">
            <a:extLst xmlns:a="http://schemas.openxmlformats.org/drawingml/2006/main">
              <a:ext uri="{FF2B5EF4-FFF2-40B4-BE49-F238E27FC236}">
                <a16:creationId xmlns:a16="http://schemas.microsoft.com/office/drawing/2014/main" id="{70B7F2B8-247E-48FB-9235-2A7559E7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20" name="X 6 2">
            <a:extLst xmlns:a="http://schemas.openxmlformats.org/drawingml/2006/main">
              <a:ext uri="{FF2B5EF4-FFF2-40B4-BE49-F238E27FC236}">
                <a16:creationId xmlns:a16="http://schemas.microsoft.com/office/drawing/2014/main" id="{BB6BCDC1-14F7-4E38-9D8C-F6676B6D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21" name="X 6 3">
            <a:extLst xmlns:a="http://schemas.openxmlformats.org/drawingml/2006/main">
              <a:ext uri="{FF2B5EF4-FFF2-40B4-BE49-F238E27FC236}">
                <a16:creationId xmlns:a16="http://schemas.microsoft.com/office/drawing/2014/main" id="{BEB8CB63-69C7-4C4B-9A9A-A3A20FB4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22" name="X 6 4">
            <a:extLst xmlns:a="http://schemas.openxmlformats.org/drawingml/2006/main">
              <a:ext uri="{FF2B5EF4-FFF2-40B4-BE49-F238E27FC236}">
                <a16:creationId xmlns:a16="http://schemas.microsoft.com/office/drawing/2014/main" id="{AC7C8B52-015F-49EF-9CE1-DA7CBCA8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23" name="X 6 5">
            <a:extLst xmlns:a="http://schemas.openxmlformats.org/drawingml/2006/main">
              <a:ext uri="{FF2B5EF4-FFF2-40B4-BE49-F238E27FC236}">
                <a16:creationId xmlns:a16="http://schemas.microsoft.com/office/drawing/2014/main" id="{A6CFECC6-5D83-44C4-AC1C-E132F890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24" name="X 7 0">
            <a:extLst xmlns:a="http://schemas.openxmlformats.org/drawingml/2006/main">
              <a:ext uri="{FF2B5EF4-FFF2-40B4-BE49-F238E27FC236}">
                <a16:creationId xmlns:a16="http://schemas.microsoft.com/office/drawing/2014/main" id="{D6CDE538-8689-4FCD-BB4D-739E40FE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25" name="X 7 1">
            <a:extLst xmlns:a="http://schemas.openxmlformats.org/drawingml/2006/main">
              <a:ext uri="{FF2B5EF4-FFF2-40B4-BE49-F238E27FC236}">
                <a16:creationId xmlns:a16="http://schemas.microsoft.com/office/drawing/2014/main" id="{9B0FE64D-E644-4586-BBE0-D39B189B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26" name="X 7 2">
            <a:extLst xmlns:a="http://schemas.openxmlformats.org/drawingml/2006/main">
              <a:ext uri="{FF2B5EF4-FFF2-40B4-BE49-F238E27FC236}">
                <a16:creationId xmlns:a16="http://schemas.microsoft.com/office/drawing/2014/main" id="{0EB8EC05-5DDE-40D5-9E7B-9EEDF4B2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27" name="X 7 3">
            <a:extLst xmlns:a="http://schemas.openxmlformats.org/drawingml/2006/main">
              <a:ext uri="{FF2B5EF4-FFF2-40B4-BE49-F238E27FC236}">
                <a16:creationId xmlns:a16="http://schemas.microsoft.com/office/drawing/2014/main" id="{5733DACA-9F21-47F7-A6FB-ECAB2B8B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28" name="X 7 4">
            <a:extLst xmlns:a="http://schemas.openxmlformats.org/drawingml/2006/main">
              <a:ext uri="{FF2B5EF4-FFF2-40B4-BE49-F238E27FC236}">
                <a16:creationId xmlns:a16="http://schemas.microsoft.com/office/drawing/2014/main" id="{4AB45D1E-627F-4F67-9852-EF3EF203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29" name="X 7 5">
            <a:extLst xmlns:a="http://schemas.openxmlformats.org/drawingml/2006/main">
              <a:ext uri="{FF2B5EF4-FFF2-40B4-BE49-F238E27FC236}">
                <a16:creationId xmlns:a16="http://schemas.microsoft.com/office/drawing/2014/main" id="{8497C9A0-A553-40D5-9F9D-EDEC1ABF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30" name="Y 0 0">
            <a:extLst xmlns:a="http://schemas.openxmlformats.org/drawingml/2006/main">
              <a:ext uri="{FF2B5EF4-FFF2-40B4-BE49-F238E27FC236}">
                <a16:creationId xmlns:a16="http://schemas.microsoft.com/office/drawing/2014/main" id="{04CED104-D2CD-4E1A-AA2C-FA5063FF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31" name="Y 0 1">
            <a:extLst xmlns:a="http://schemas.openxmlformats.org/drawingml/2006/main">
              <a:ext uri="{FF2B5EF4-FFF2-40B4-BE49-F238E27FC236}">
                <a16:creationId xmlns:a16="http://schemas.microsoft.com/office/drawing/2014/main" id="{F904B0F7-8CE0-4305-AA21-C7D73910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32" name="Y 0 2">
            <a:extLst xmlns:a="http://schemas.openxmlformats.org/drawingml/2006/main">
              <a:ext uri="{FF2B5EF4-FFF2-40B4-BE49-F238E27FC236}">
                <a16:creationId xmlns:a16="http://schemas.microsoft.com/office/drawing/2014/main" id="{1EA6B8C1-A2D9-4D5D-A896-81F5B985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33" name="Y 0 3">
            <a:extLst xmlns:a="http://schemas.openxmlformats.org/drawingml/2006/main">
              <a:ext uri="{FF2B5EF4-FFF2-40B4-BE49-F238E27FC236}">
                <a16:creationId xmlns:a16="http://schemas.microsoft.com/office/drawing/2014/main" id="{89B2A3BC-90B8-4381-8BBA-7B214C17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34" name="Y 0 4">
            <a:extLst xmlns:a="http://schemas.openxmlformats.org/drawingml/2006/main">
              <a:ext uri="{FF2B5EF4-FFF2-40B4-BE49-F238E27FC236}">
                <a16:creationId xmlns:a16="http://schemas.microsoft.com/office/drawing/2014/main" id="{C6F22609-769B-449B-BFF9-82E12102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35" name="Y 0 5">
            <a:extLst xmlns:a="http://schemas.openxmlformats.org/drawingml/2006/main">
              <a:ext uri="{FF2B5EF4-FFF2-40B4-BE49-F238E27FC236}">
                <a16:creationId xmlns:a16="http://schemas.microsoft.com/office/drawing/2014/main" id="{883DB0A0-E691-470E-B36E-61594FDD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36" name="Y 1 0">
            <a:extLst xmlns:a="http://schemas.openxmlformats.org/drawingml/2006/main">
              <a:ext uri="{FF2B5EF4-FFF2-40B4-BE49-F238E27FC236}">
                <a16:creationId xmlns:a16="http://schemas.microsoft.com/office/drawing/2014/main" id="{8E5D0058-B049-4949-AF73-54FF5A6C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37" name="Y 1 1">
            <a:extLst xmlns:a="http://schemas.openxmlformats.org/drawingml/2006/main">
              <a:ext uri="{FF2B5EF4-FFF2-40B4-BE49-F238E27FC236}">
                <a16:creationId xmlns:a16="http://schemas.microsoft.com/office/drawing/2014/main" id="{F610C2FC-AA13-4591-AA3D-B55D0B5C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38" name="Y 1 2">
            <a:extLst xmlns:a="http://schemas.openxmlformats.org/drawingml/2006/main">
              <a:ext uri="{FF2B5EF4-FFF2-40B4-BE49-F238E27FC236}">
                <a16:creationId xmlns:a16="http://schemas.microsoft.com/office/drawing/2014/main" id="{A1EE9A86-6BA1-4934-8202-417CAA75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39" name="Y 1 3">
            <a:extLst xmlns:a="http://schemas.openxmlformats.org/drawingml/2006/main">
              <a:ext uri="{FF2B5EF4-FFF2-40B4-BE49-F238E27FC236}">
                <a16:creationId xmlns:a16="http://schemas.microsoft.com/office/drawing/2014/main" id="{9F489C70-3BE7-4E36-BFEE-86DEB8C3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40" name="Y 1 4">
            <a:extLst xmlns:a="http://schemas.openxmlformats.org/drawingml/2006/main">
              <a:ext uri="{FF2B5EF4-FFF2-40B4-BE49-F238E27FC236}">
                <a16:creationId xmlns:a16="http://schemas.microsoft.com/office/drawing/2014/main" id="{77A2B694-119B-46B1-BF37-39C49B59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41" name="Y 1 5">
            <a:extLst xmlns:a="http://schemas.openxmlformats.org/drawingml/2006/main">
              <a:ext uri="{FF2B5EF4-FFF2-40B4-BE49-F238E27FC236}">
                <a16:creationId xmlns:a16="http://schemas.microsoft.com/office/drawing/2014/main" id="{36BF73E5-B749-4D3F-AC0D-B93156A3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42" name="Y 2 0">
            <a:extLst xmlns:a="http://schemas.openxmlformats.org/drawingml/2006/main">
              <a:ext uri="{FF2B5EF4-FFF2-40B4-BE49-F238E27FC236}">
                <a16:creationId xmlns:a16="http://schemas.microsoft.com/office/drawing/2014/main" id="{0AB50790-0B2E-41B2-9CE4-F45C134D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43" name="Y 2 1">
            <a:extLst xmlns:a="http://schemas.openxmlformats.org/drawingml/2006/main">
              <a:ext uri="{FF2B5EF4-FFF2-40B4-BE49-F238E27FC236}">
                <a16:creationId xmlns:a16="http://schemas.microsoft.com/office/drawing/2014/main" id="{994D98B3-1AF6-4DF4-A1AD-11279C3D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44" name="Y 2 2">
            <a:extLst xmlns:a="http://schemas.openxmlformats.org/drawingml/2006/main">
              <a:ext uri="{FF2B5EF4-FFF2-40B4-BE49-F238E27FC236}">
                <a16:creationId xmlns:a16="http://schemas.microsoft.com/office/drawing/2014/main" id="{6A077573-B960-4D01-8F06-C4657BEF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45" name="Y 2 3">
            <a:extLst xmlns:a="http://schemas.openxmlformats.org/drawingml/2006/main">
              <a:ext uri="{FF2B5EF4-FFF2-40B4-BE49-F238E27FC236}">
                <a16:creationId xmlns:a16="http://schemas.microsoft.com/office/drawing/2014/main" id="{2DCCBC39-EBAD-450D-AEB9-9F9DAE19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46" name="Y 2 4">
            <a:extLst xmlns:a="http://schemas.openxmlformats.org/drawingml/2006/main">
              <a:ext uri="{FF2B5EF4-FFF2-40B4-BE49-F238E27FC236}">
                <a16:creationId xmlns:a16="http://schemas.microsoft.com/office/drawing/2014/main" id="{406EDAEC-2F28-47AA-9D47-64180C71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47" name="Y 2 5">
            <a:extLst xmlns:a="http://schemas.openxmlformats.org/drawingml/2006/main">
              <a:ext uri="{FF2B5EF4-FFF2-40B4-BE49-F238E27FC236}">
                <a16:creationId xmlns:a16="http://schemas.microsoft.com/office/drawing/2014/main" id="{52888E32-12E4-4327-BECF-16EE7364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48" name="Y 3 0">
            <a:extLst xmlns:a="http://schemas.openxmlformats.org/drawingml/2006/main">
              <a:ext uri="{FF2B5EF4-FFF2-40B4-BE49-F238E27FC236}">
                <a16:creationId xmlns:a16="http://schemas.microsoft.com/office/drawing/2014/main" id="{F9441A1E-8FDE-436E-AB0F-F0B59E40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Y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i0</a:t>
            </a:r>
          </a:p>
        </p:txBody>
      </p:sp>
      <p:sp>
        <p:nvSpPr>
          <p:cNvPr id="149" name="Y 3 1">
            <a:extLst xmlns:a="http://schemas.openxmlformats.org/drawingml/2006/main">
              <a:ext uri="{FF2B5EF4-FFF2-40B4-BE49-F238E27FC236}">
                <a16:creationId xmlns:a16="http://schemas.microsoft.com/office/drawing/2014/main" id="{155613E7-28A4-42C3-8A82-3C01906B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50" name="Y 3 2">
            <a:extLst xmlns:a="http://schemas.openxmlformats.org/drawingml/2006/main">
              <a:ext uri="{FF2B5EF4-FFF2-40B4-BE49-F238E27FC236}">
                <a16:creationId xmlns:a16="http://schemas.microsoft.com/office/drawing/2014/main" id="{B316C66B-E822-4674-BCAC-5341AE93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51" name="Y 3 3">
            <a:extLst xmlns:a="http://schemas.openxmlformats.org/drawingml/2006/main">
              <a:ext uri="{FF2B5EF4-FFF2-40B4-BE49-F238E27FC236}">
                <a16:creationId xmlns:a16="http://schemas.microsoft.com/office/drawing/2014/main" id="{F8EE1DDD-7FDC-480F-83BE-9214E1C3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52" name="Y 3 4">
            <a:extLst xmlns:a="http://schemas.openxmlformats.org/drawingml/2006/main">
              <a:ext uri="{FF2B5EF4-FFF2-40B4-BE49-F238E27FC236}">
                <a16:creationId xmlns:a16="http://schemas.microsoft.com/office/drawing/2014/main" id="{E53754C3-7075-45CA-BCB1-18B9A43E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53" name="Y 3 5">
            <a:extLst xmlns:a="http://schemas.openxmlformats.org/drawingml/2006/main">
              <a:ext uri="{FF2B5EF4-FFF2-40B4-BE49-F238E27FC236}">
                <a16:creationId xmlns:a16="http://schemas.microsoft.com/office/drawing/2014/main" id="{2099F494-CFE6-4E47-BDCE-8BAF6826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54" name="Y 4 0">
            <a:extLst xmlns:a="http://schemas.openxmlformats.org/drawingml/2006/main">
              <a:ext uri="{FF2B5EF4-FFF2-40B4-BE49-F238E27FC236}">
                <a16:creationId xmlns:a16="http://schemas.microsoft.com/office/drawing/2014/main" id="{57C3B3C6-56F6-45BE-A8E6-54AC29BD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55" name="Y 4 1">
            <a:extLst xmlns:a="http://schemas.openxmlformats.org/drawingml/2006/main">
              <a:ext uri="{FF2B5EF4-FFF2-40B4-BE49-F238E27FC236}">
                <a16:creationId xmlns:a16="http://schemas.microsoft.com/office/drawing/2014/main" id="{01DFFADB-E533-4A76-A056-0DD75448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56" name="Y 4 2">
            <a:extLst xmlns:a="http://schemas.openxmlformats.org/drawingml/2006/main">
              <a:ext uri="{FF2B5EF4-FFF2-40B4-BE49-F238E27FC236}">
                <a16:creationId xmlns:a16="http://schemas.microsoft.com/office/drawing/2014/main" id="{78E006BA-E6F0-4E80-B1C6-680DEC5C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57" name="Y 4 3">
            <a:extLst xmlns:a="http://schemas.openxmlformats.org/drawingml/2006/main">
              <a:ext uri="{FF2B5EF4-FFF2-40B4-BE49-F238E27FC236}">
                <a16:creationId xmlns:a16="http://schemas.microsoft.com/office/drawing/2014/main" id="{0C2C2968-748C-4438-BA16-C0D21831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58" name="Y 4 4">
            <a:extLst xmlns:a="http://schemas.openxmlformats.org/drawingml/2006/main">
              <a:ext uri="{FF2B5EF4-FFF2-40B4-BE49-F238E27FC236}">
                <a16:creationId xmlns:a16="http://schemas.microsoft.com/office/drawing/2014/main" id="{6309651F-DE1D-46EE-9048-F89AFA9C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59" name="Y 4 5">
            <a:extLst xmlns:a="http://schemas.openxmlformats.org/drawingml/2006/main">
              <a:ext uri="{FF2B5EF4-FFF2-40B4-BE49-F238E27FC236}">
                <a16:creationId xmlns:a16="http://schemas.microsoft.com/office/drawing/2014/main" id="{2FD3D9F7-2B21-408E-8679-9F59E99B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60" name="Y 5 0">
            <a:extLst xmlns:a="http://schemas.openxmlformats.org/drawingml/2006/main">
              <a:ext uri="{FF2B5EF4-FFF2-40B4-BE49-F238E27FC236}">
                <a16:creationId xmlns:a16="http://schemas.microsoft.com/office/drawing/2014/main" id="{5EC28D57-3B6F-44FE-A115-8DE060D1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61" name="Y 5 1">
            <a:extLst xmlns:a="http://schemas.openxmlformats.org/drawingml/2006/main">
              <a:ext uri="{FF2B5EF4-FFF2-40B4-BE49-F238E27FC236}">
                <a16:creationId xmlns:a16="http://schemas.microsoft.com/office/drawing/2014/main" id="{9926C14D-F066-41E8-BB32-3F44DB96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62" name="Y 5 2">
            <a:extLst xmlns:a="http://schemas.openxmlformats.org/drawingml/2006/main">
              <a:ext uri="{FF2B5EF4-FFF2-40B4-BE49-F238E27FC236}">
                <a16:creationId xmlns:a16="http://schemas.microsoft.com/office/drawing/2014/main" id="{585D3E3A-3AF8-4259-8738-C8315FC2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63" name="Y 5 3">
            <a:extLst xmlns:a="http://schemas.openxmlformats.org/drawingml/2006/main">
              <a:ext uri="{FF2B5EF4-FFF2-40B4-BE49-F238E27FC236}">
                <a16:creationId xmlns:a16="http://schemas.microsoft.com/office/drawing/2014/main" id="{66971CD1-ACE4-49CB-A195-8D7F58E9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64" name="Y 5 4">
            <a:extLst xmlns:a="http://schemas.openxmlformats.org/drawingml/2006/main">
              <a:ext uri="{FF2B5EF4-FFF2-40B4-BE49-F238E27FC236}">
                <a16:creationId xmlns:a16="http://schemas.microsoft.com/office/drawing/2014/main" id="{EFE2879A-6F3A-42B9-AC85-99482BF6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65" name="Y 5 5">
            <a:extLst xmlns:a="http://schemas.openxmlformats.org/drawingml/2006/main">
              <a:ext uri="{FF2B5EF4-FFF2-40B4-BE49-F238E27FC236}">
                <a16:creationId xmlns:a16="http://schemas.microsoft.com/office/drawing/2014/main" id="{C0908649-2779-4968-B3E3-23F230EA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66" name="Y 6 0">
            <a:extLst xmlns:a="http://schemas.openxmlformats.org/drawingml/2006/main">
              <a:ext uri="{FF2B5EF4-FFF2-40B4-BE49-F238E27FC236}">
                <a16:creationId xmlns:a16="http://schemas.microsoft.com/office/drawing/2014/main" id="{EA2ED848-8360-4975-BCEB-FC4E4A34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67" name="Y 6 1">
            <a:extLst xmlns:a="http://schemas.openxmlformats.org/drawingml/2006/main">
              <a:ext uri="{FF2B5EF4-FFF2-40B4-BE49-F238E27FC236}">
                <a16:creationId xmlns:a16="http://schemas.microsoft.com/office/drawing/2014/main" id="{F2DF16B5-ED0B-4620-A37B-29DE459F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68" name="Y 6 2">
            <a:extLst xmlns:a="http://schemas.openxmlformats.org/drawingml/2006/main">
              <a:ext uri="{FF2B5EF4-FFF2-40B4-BE49-F238E27FC236}">
                <a16:creationId xmlns:a16="http://schemas.microsoft.com/office/drawing/2014/main" id="{CA161026-91A1-458E-9DAC-41383684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69" name="Y 6 3">
            <a:extLst xmlns:a="http://schemas.openxmlformats.org/drawingml/2006/main">
              <a:ext uri="{FF2B5EF4-FFF2-40B4-BE49-F238E27FC236}">
                <a16:creationId xmlns:a16="http://schemas.microsoft.com/office/drawing/2014/main" id="{57B49700-A5D5-4DE9-A8B5-B8B5C67E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70" name="Y 6 4">
            <a:extLst xmlns:a="http://schemas.openxmlformats.org/drawingml/2006/main">
              <a:ext uri="{FF2B5EF4-FFF2-40B4-BE49-F238E27FC236}">
                <a16:creationId xmlns:a16="http://schemas.microsoft.com/office/drawing/2014/main" id="{A515D387-29CB-4F68-8110-21EB9437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71" name="Y 6 5">
            <a:extLst xmlns:a="http://schemas.openxmlformats.org/drawingml/2006/main">
              <a:ext uri="{FF2B5EF4-FFF2-40B4-BE49-F238E27FC236}">
                <a16:creationId xmlns:a16="http://schemas.microsoft.com/office/drawing/2014/main" id="{E5D98B54-0BCF-4724-A82D-210EAF35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72" name="Y 7 0">
            <a:extLst xmlns:a="http://schemas.openxmlformats.org/drawingml/2006/main">
              <a:ext uri="{FF2B5EF4-FFF2-40B4-BE49-F238E27FC236}">
                <a16:creationId xmlns:a16="http://schemas.microsoft.com/office/drawing/2014/main" id="{D75C565C-FBF0-4B27-8DF8-B4EAC104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73" name="Y 7 1">
            <a:extLst xmlns:a="http://schemas.openxmlformats.org/drawingml/2006/main">
              <a:ext uri="{FF2B5EF4-FFF2-40B4-BE49-F238E27FC236}">
                <a16:creationId xmlns:a16="http://schemas.microsoft.com/office/drawing/2014/main" id="{BD75651C-1515-466D-B72C-82242B0F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74" name="Y 7 2">
            <a:extLst xmlns:a="http://schemas.openxmlformats.org/drawingml/2006/main">
              <a:ext uri="{FF2B5EF4-FFF2-40B4-BE49-F238E27FC236}">
                <a16:creationId xmlns:a16="http://schemas.microsoft.com/office/drawing/2014/main" id="{9523DB98-FF3F-49BD-A056-3B1887DF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75" name="Y 7 3">
            <a:extLst xmlns:a="http://schemas.openxmlformats.org/drawingml/2006/main">
              <a:ext uri="{FF2B5EF4-FFF2-40B4-BE49-F238E27FC236}">
                <a16:creationId xmlns:a16="http://schemas.microsoft.com/office/drawing/2014/main" id="{1FC16652-A920-4F07-9785-7E0E8A89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76" name="Y 7 4">
            <a:extLst xmlns:a="http://schemas.openxmlformats.org/drawingml/2006/main">
              <a:ext uri="{FF2B5EF4-FFF2-40B4-BE49-F238E27FC236}">
                <a16:creationId xmlns:a16="http://schemas.microsoft.com/office/drawing/2014/main" id="{4D707F34-E461-4A8D-BA5F-78D8BFF8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77" name="Y 7 5">
            <a:extLst xmlns:a="http://schemas.openxmlformats.org/drawingml/2006/main">
              <a:ext uri="{FF2B5EF4-FFF2-40B4-BE49-F238E27FC236}">
                <a16:creationId xmlns:a16="http://schemas.microsoft.com/office/drawing/2014/main" id="{C0DECC59-751C-43FD-B01B-A43A1DF8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/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BEABEAD-0978-4F80-B563-56498C76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2190750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×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090B8150-AB49-4B86-83CA-C215B0B1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2190750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=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3B70D9D-E7D0-47A2-9084-E767B09D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4410075"/>
            <a:ext cx="1695450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4288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warp i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77B6300A-3AB3-4793-8E1A-88111D35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533900"/>
            <a:ext cx="933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291E4E36-4E2F-49F5-A46C-16CF6114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4324350"/>
            <a:ext cx="3581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32 lane dividono il ciclo su j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61DB3DE9-DA6E-471C-A91B-DAA48321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33900"/>
            <a:ext cx="933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63CE"/>
          </a:solidFill>
          <a:ln xmlns:a="http://schemas.openxmlformats.org/drawingml/2006/main" w="4763">
            <a:solidFill>
              <a:srgbClr val="8E63CE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64F8A2A0-442B-4B15-9666-5FE0E9A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4410075"/>
            <a:ext cx="1695450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9DDF8"/>
          </a:solidFill>
          <a:ln xmlns:a="http://schemas.openxmlformats.org/drawingml/2006/main" w="14288">
            <a:solidFill>
              <a:srgbClr val="8E63C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8E63CE"/>
                </a:solidFill>
                <a:latin typeface="Aptos"/>
                <a:ea typeface="Aptos"/>
                <a:cs typeface="Aptos"/>
              </a:defRPr>
            </a:pPr>
            <a:r>
              <a:t>riga i di Y</a:t>
            </a:r>
          </a:p>
        </p:txBody>
      </p:sp>
      <p:sp>
        <p:nvSpPr>
          <p:cNvPr id="185" name="Messaggio conclusivo">
            <a:extLst xmlns:a="http://schemas.openxmlformats.org/drawingml/2006/main">
              <a:ext uri="{FF2B5EF4-FFF2-40B4-BE49-F238E27FC236}">
                <a16:creationId xmlns:a16="http://schemas.microsoft.com/office/drawing/2014/main" id="{C6B7AE7C-3341-491C-893D-4EB8A61B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372100"/>
            <a:ext cx="10134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Il warp combina la riga i di A con tutte le colonne di X e produce la riga i di Y</a:t>
            </a:r>
          </a:p>
        </p:txBody>
      </p:sp>
    </p:spTree>
    <p:extLst>
      <p:ext uri="{BB962C8B-B14F-4D97-AF65-F5344CB8AC3E}">
        <p14:creationId xmlns:p14="http://schemas.microsoft.com/office/powerpoint/2010/main" val="2248830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Titolo">
            <a:extLst xmlns:a="http://schemas.openxmlformats.org/drawingml/2006/main">
              <a:ext uri="{FF2B5EF4-FFF2-40B4-BE49-F238E27FC236}">
                <a16:creationId xmlns:a16="http://schemas.microsoft.com/office/drawing/2014/main" id="{25629576-FCE1-4423-94DD-104E6610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t>CUDA warp kernel: mapping delle lane su A e X</a:t>
            </a:r>
          </a:p>
        </p:txBody>
      </p:sp>
      <p:sp>
        <p:nvSpPr>
          <p:cNvPr id="2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4431B669-6ADF-4252-8091-0E743655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BA18C-00AC-495A-8C7D-FB95BC04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64865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9CE94-26DA-41F6-8618-BEDED64D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8DBF5-451E-49AB-A2DE-5005C84D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752475"/>
            <a:ext cx="4791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575" i="0">
                <a:latin typeface="Aptos"/>
                <a:ea typeface="Aptos"/>
                <a:cs typeface="Aptos"/>
              </a:rPr>
              <a:t>Riga i di A  (m</a:t>
            </a:r>
            <a:r>
              <a:rPr sz="1134" i="0" baseline="-25000">
                <a:latin typeface="Aptos"/>
                <a:ea typeface="Aptos"/>
                <a:cs typeface="Aptos"/>
              </a:rPr>
              <a:t>loc</a:t>
            </a:r>
            <a:r>
              <a:rPr sz="1575" i="0">
                <a:latin typeface="Aptos"/>
                <a:ea typeface="Aptos"/>
                <a:cs typeface="Aptos"/>
              </a:rPr>
              <a:t> × n</a:t>
            </a:r>
            <a:r>
              <a:rPr sz="1134" i="0" baseline="-25000">
                <a:latin typeface="Aptos"/>
                <a:ea typeface="Aptos"/>
                <a:cs typeface="Aptos"/>
              </a:rPr>
              <a:t>loc</a:t>
            </a:r>
            <a:r>
              <a:rPr sz="1575" i="0">
                <a:latin typeface="Aptos"/>
                <a:ea typeface="Aptos"/>
                <a:cs typeface="Aptos"/>
              </a:rPr>
              <a:t>)</a:t>
            </a:r>
          </a:p>
        </p:txBody>
      </p:sp>
      <p:sp>
        <p:nvSpPr>
          <p:cNvPr id="6" name="A lane 0">
            <a:extLst xmlns:a="http://schemas.openxmlformats.org/drawingml/2006/main">
              <a:ext uri="{FF2B5EF4-FFF2-40B4-BE49-F238E27FC236}">
                <a16:creationId xmlns:a16="http://schemas.microsoft.com/office/drawing/2014/main" id="{12DF252F-6BF0-4559-A032-CB19C5E3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i="0">
                <a:latin typeface="Cambria Math"/>
                <a:ea typeface="Cambria Math"/>
                <a:cs typeface="Cambria Math"/>
              </a:rPr>
              <a:t>A</a:t>
            </a:r>
            <a:r>
              <a:rPr sz="864" i="0" baseline="-25000">
                <a:latin typeface="Cambria Math"/>
                <a:ea typeface="Cambria Math"/>
                <a:cs typeface="Cambria Math"/>
              </a:rPr>
              <a:t>ij</a:t>
            </a:r>
          </a:p>
        </p:txBody>
      </p:sp>
      <p:sp>
        <p:nvSpPr>
          <p:cNvPr id="7" name="A lane 1">
            <a:extLst xmlns:a="http://schemas.openxmlformats.org/drawingml/2006/main">
              <a:ext uri="{FF2B5EF4-FFF2-40B4-BE49-F238E27FC236}">
                <a16:creationId xmlns:a16="http://schemas.microsoft.com/office/drawing/2014/main" id="{5DF3DC22-4866-4C50-8CEF-41A3B0BA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1620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i="0">
                <a:latin typeface="Cambria Math"/>
                <a:ea typeface="Cambria Math"/>
                <a:cs typeface="Cambria Math"/>
              </a:rPr>
              <a:t>A</a:t>
            </a:r>
            <a:r>
              <a:rPr sz="864" i="0" baseline="-25000">
                <a:latin typeface="Cambria Math"/>
                <a:ea typeface="Cambria Math"/>
                <a:cs typeface="Cambria Math"/>
              </a:rPr>
              <a:t>i,j+1</a:t>
            </a:r>
          </a:p>
        </p:txBody>
      </p:sp>
      <p:sp>
        <p:nvSpPr>
          <p:cNvPr id="8" name="A lane 2">
            <a:extLst xmlns:a="http://schemas.openxmlformats.org/drawingml/2006/main">
              <a:ext uri="{FF2B5EF4-FFF2-40B4-BE49-F238E27FC236}">
                <a16:creationId xmlns:a16="http://schemas.microsoft.com/office/drawing/2014/main" id="{F245D5F7-BCEF-4100-ADA4-99046F37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1620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F2994A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i="0">
                <a:latin typeface="Cambria Math"/>
                <a:ea typeface="Cambria Math"/>
                <a:cs typeface="Cambria Math"/>
              </a:rPr>
              <a:t>A</a:t>
            </a:r>
            <a:r>
              <a:rPr sz="864" i="0" baseline="-25000">
                <a:latin typeface="Cambria Math"/>
                <a:ea typeface="Cambria Math"/>
                <a:cs typeface="Cambria Math"/>
              </a:rPr>
              <a:t>i,j+2</a:t>
            </a:r>
          </a:p>
        </p:txBody>
      </p:sp>
      <p:sp>
        <p:nvSpPr>
          <p:cNvPr id="9" name="A lane 3">
            <a:extLst xmlns:a="http://schemas.openxmlformats.org/drawingml/2006/main">
              <a:ext uri="{FF2B5EF4-FFF2-40B4-BE49-F238E27FC236}">
                <a16:creationId xmlns:a16="http://schemas.microsoft.com/office/drawing/2014/main" id="{70CB5ABA-FE11-4C5D-A8E3-F15F44A5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1620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10" name="A lane 4">
            <a:extLst xmlns:a="http://schemas.openxmlformats.org/drawingml/2006/main">
              <a:ext uri="{FF2B5EF4-FFF2-40B4-BE49-F238E27FC236}">
                <a16:creationId xmlns:a16="http://schemas.microsoft.com/office/drawing/2014/main" id="{84F1D309-7EDA-488B-B451-B1B6BBA0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1620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i="0">
                <a:latin typeface="Cambria Math"/>
                <a:ea typeface="Cambria Math"/>
                <a:cs typeface="Cambria Math"/>
              </a:rPr>
              <a:t>A</a:t>
            </a:r>
            <a:r>
              <a:rPr sz="864" i="0" baseline="-25000">
                <a:latin typeface="Cambria Math"/>
                <a:ea typeface="Cambria Math"/>
                <a:cs typeface="Cambria Math"/>
              </a:rPr>
              <a:t>i,j+31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019AC-A436-4905-81AE-6FAFDA52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1943100"/>
            <a:ext cx="7048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4288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49373-16E7-4237-B0D2-AEA74E62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40030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i="0">
                <a:latin typeface="Aptos"/>
                <a:ea typeface="Aptos"/>
                <a:cs typeface="Aptos"/>
              </a:rPr>
              <a:t>legge
A</a:t>
            </a:r>
            <a:r>
              <a:rPr sz="702" i="0" baseline="-25000">
                <a:latin typeface="Aptos"/>
                <a:ea typeface="Aptos"/>
                <a:cs typeface="Aptos"/>
              </a:rPr>
              <a:t>ij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E70C2-8087-4FF3-BD06-92FA43E7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1943100"/>
            <a:ext cx="7048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14288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095342-74E5-430F-97FC-6C559F28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240030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i="0">
                <a:latin typeface="Aptos"/>
                <a:ea typeface="Aptos"/>
                <a:cs typeface="Aptos"/>
              </a:rPr>
              <a:t>legge
A</a:t>
            </a:r>
            <a:r>
              <a:rPr sz="702" i="0" baseline="-25000">
                <a:latin typeface="Aptos"/>
                <a:ea typeface="Aptos"/>
                <a:cs typeface="Aptos"/>
              </a:rPr>
              <a:t>i,j+1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1F70C-A381-4DE5-B0B8-EA5429B6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550" y="1943100"/>
            <a:ext cx="7048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E9D3"/>
          </a:solidFill>
          <a:ln xmlns:a="http://schemas.openxmlformats.org/drawingml/2006/main" w="14288">
            <a:solidFill>
              <a:srgbClr val="F2994A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6113F7-6992-460A-9743-11554BCA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240030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i="0">
                <a:latin typeface="Aptos"/>
                <a:ea typeface="Aptos"/>
                <a:cs typeface="Aptos"/>
              </a:rPr>
              <a:t>legge
A</a:t>
            </a:r>
            <a:r>
              <a:rPr sz="702" i="0" baseline="-25000">
                <a:latin typeface="Aptos"/>
                <a:ea typeface="Aptos"/>
                <a:cs typeface="Aptos"/>
              </a:rPr>
              <a:t>i,j+2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F5487-A1B5-40C0-8E0E-CD374FB6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2800" y="1943100"/>
            <a:ext cx="704850" cy="361950"/>
          </a:xfrm>
          <a:prstGeom xmlns:a="http://schemas.openxmlformats.org/drawingml/2006/main" prst="roundRect">
            <a:avLst>
              <a:gd name="adj" fmla="val 1842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92F4E6-6521-4ABB-9B70-6557CD7B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0050" y="1943100"/>
            <a:ext cx="7048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9DDF8"/>
          </a:solidFill>
          <a:ln xmlns:a="http://schemas.openxmlformats.org/drawingml/2006/main" w="14288">
            <a:solidFill>
              <a:srgbClr val="8E63C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31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53569-AE42-490B-961C-FEECACF7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240030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i="0">
                <a:latin typeface="Aptos"/>
                <a:ea typeface="Aptos"/>
                <a:cs typeface="Aptos"/>
              </a:rPr>
              <a:t>legge
A</a:t>
            </a:r>
            <a:r>
              <a:rPr sz="702" i="0" baseline="-25000">
                <a:latin typeface="Aptos"/>
                <a:ea typeface="Aptos"/>
                <a:cs typeface="Aptos"/>
              </a:rPr>
              <a:t>i,j+31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C7BC51-49C5-4D90-9A8C-5770D655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38576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BFC773-798E-440F-8C4F-57A97EAC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20040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il warp avanza su j a blocchi di 32 elementi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E96910-3B28-4101-A02D-F45A7650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75" y="3495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280"/>
                </a:solidFill>
                <a:latin typeface="Cambria Math"/>
                <a:ea typeface="Cambria Math"/>
                <a:cs typeface="Cambria Math"/>
              </a:defRPr>
            </a:pPr>
            <a:r>
              <a:t>iterazione successiva: j = j + 32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AF7235-3172-4145-9E8B-EFFF25FA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2275" y="752475"/>
            <a:ext cx="481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575" i="0">
                <a:latin typeface="Aptos"/>
                <a:ea typeface="Aptos"/>
                <a:cs typeface="Aptos"/>
              </a:rPr>
              <a:t>Matrice X  (n</a:t>
            </a:r>
            <a:r>
              <a:rPr sz="1134" i="0" baseline="-25000">
                <a:latin typeface="Aptos"/>
                <a:ea typeface="Aptos"/>
                <a:cs typeface="Aptos"/>
              </a:rPr>
              <a:t>loc</a:t>
            </a:r>
            <a:r>
              <a:rPr sz="1575" i="0">
                <a:latin typeface="Aptos"/>
                <a:ea typeface="Aptos"/>
                <a:cs typeface="Aptos"/>
              </a:rPr>
              <a:t> × k), column-major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50C8EE-8B7C-4658-9D40-7E3AB060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350" y="10763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t>c = 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49EB17-C0D7-4C95-8533-F4A697E8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10763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t>c = 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5DE816-E9D0-47FC-B4E0-FC15CC39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10763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t>c =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E90BF8-DA76-49A4-A92F-E59FE66D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6950" y="10763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7C7D9"/>
                </a:solidFill>
                <a:latin typeface="Aptos"/>
                <a:ea typeface="Aptos"/>
                <a:cs typeface="Aptos"/>
              </a:defRPr>
            </a:pPr>
            <a:r>
              <a:t>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717D3F-F7FC-4B85-AF72-5BD2EF98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14097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t>row j</a:t>
            </a:r>
          </a:p>
        </p:txBody>
      </p:sp>
      <p:sp>
        <p:nvSpPr>
          <p:cNvPr id="29" name="X mapping 0 0">
            <a:extLst xmlns:a="http://schemas.openxmlformats.org/drawingml/2006/main">
              <a:ext uri="{FF2B5EF4-FFF2-40B4-BE49-F238E27FC236}">
                <a16:creationId xmlns:a16="http://schemas.microsoft.com/office/drawing/2014/main" id="{FEA5C8F8-E028-4165-8DDE-9015D474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4097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j,0</a:t>
            </a:r>
          </a:p>
        </p:txBody>
      </p:sp>
      <p:sp>
        <p:nvSpPr>
          <p:cNvPr id="30" name="X mapping 0 1">
            <a:extLst xmlns:a="http://schemas.openxmlformats.org/drawingml/2006/main">
              <a:ext uri="{FF2B5EF4-FFF2-40B4-BE49-F238E27FC236}">
                <a16:creationId xmlns:a16="http://schemas.microsoft.com/office/drawing/2014/main" id="{961C7F10-4274-41E4-9244-0C2FF5A0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097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j,1</a:t>
            </a:r>
          </a:p>
        </p:txBody>
      </p:sp>
      <p:sp>
        <p:nvSpPr>
          <p:cNvPr id="31" name="X mapping 0 2">
            <a:extLst xmlns:a="http://schemas.openxmlformats.org/drawingml/2006/main">
              <a:ext uri="{FF2B5EF4-FFF2-40B4-BE49-F238E27FC236}">
                <a16:creationId xmlns:a16="http://schemas.microsoft.com/office/drawing/2014/main" id="{E723F663-5C6C-4FE0-B06D-261EE2E4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097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j,2</a:t>
            </a:r>
          </a:p>
        </p:txBody>
      </p:sp>
      <p:sp>
        <p:nvSpPr>
          <p:cNvPr id="32" name="X mapping 0 3">
            <a:extLst xmlns:a="http://schemas.openxmlformats.org/drawingml/2006/main">
              <a:ext uri="{FF2B5EF4-FFF2-40B4-BE49-F238E27FC236}">
                <a16:creationId xmlns:a16="http://schemas.microsoft.com/office/drawing/2014/main" id="{B904490B-1935-4272-BDDD-ACAA297E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4097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32665E-070E-416B-B9D8-78285084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184785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t>row j+1</a:t>
            </a:r>
          </a:p>
        </p:txBody>
      </p:sp>
      <p:sp>
        <p:nvSpPr>
          <p:cNvPr id="34" name="X mapping 1 0">
            <a:extLst xmlns:a="http://schemas.openxmlformats.org/drawingml/2006/main">
              <a:ext uri="{FF2B5EF4-FFF2-40B4-BE49-F238E27FC236}">
                <a16:creationId xmlns:a16="http://schemas.microsoft.com/office/drawing/2014/main" id="{2C137D6D-5B90-4056-8A48-AA1CB654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478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j+1,0</a:t>
            </a:r>
          </a:p>
        </p:txBody>
      </p:sp>
      <p:sp>
        <p:nvSpPr>
          <p:cNvPr id="35" name="X mapping 1 1">
            <a:extLst xmlns:a="http://schemas.openxmlformats.org/drawingml/2006/main">
              <a:ext uri="{FF2B5EF4-FFF2-40B4-BE49-F238E27FC236}">
                <a16:creationId xmlns:a16="http://schemas.microsoft.com/office/drawing/2014/main" id="{A68D7AE7-0349-48FF-97BD-FB8DDD42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478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j+1,1</a:t>
            </a:r>
          </a:p>
        </p:txBody>
      </p:sp>
      <p:sp>
        <p:nvSpPr>
          <p:cNvPr id="36" name="X mapping 1 2">
            <a:extLst xmlns:a="http://schemas.openxmlformats.org/drawingml/2006/main">
              <a:ext uri="{FF2B5EF4-FFF2-40B4-BE49-F238E27FC236}">
                <a16:creationId xmlns:a16="http://schemas.microsoft.com/office/drawing/2014/main" id="{CC8142C0-A748-462A-B83E-98C5DBF9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478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j+1,2</a:t>
            </a:r>
          </a:p>
        </p:txBody>
      </p:sp>
      <p:sp>
        <p:nvSpPr>
          <p:cNvPr id="37" name="X mapping 1 3">
            <a:extLst xmlns:a="http://schemas.openxmlformats.org/drawingml/2006/main">
              <a:ext uri="{FF2B5EF4-FFF2-40B4-BE49-F238E27FC236}">
                <a16:creationId xmlns:a16="http://schemas.microsoft.com/office/drawing/2014/main" id="{B6B81269-3133-438C-9D5A-FDD018E2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478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D58A06-A074-4267-A662-C6B52554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22860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t>row j+2</a:t>
            </a:r>
          </a:p>
        </p:txBody>
      </p:sp>
      <p:sp>
        <p:nvSpPr>
          <p:cNvPr id="39" name="X mapping 2 0">
            <a:extLst xmlns:a="http://schemas.openxmlformats.org/drawingml/2006/main">
              <a:ext uri="{FF2B5EF4-FFF2-40B4-BE49-F238E27FC236}">
                <a16:creationId xmlns:a16="http://schemas.microsoft.com/office/drawing/2014/main" id="{1CC3F8A8-5FD4-472D-AFE9-17FB9788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860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j+2,0</a:t>
            </a:r>
          </a:p>
        </p:txBody>
      </p:sp>
      <p:sp>
        <p:nvSpPr>
          <p:cNvPr id="40" name="X mapping 2 1">
            <a:extLst xmlns:a="http://schemas.openxmlformats.org/drawingml/2006/main">
              <a:ext uri="{FF2B5EF4-FFF2-40B4-BE49-F238E27FC236}">
                <a16:creationId xmlns:a16="http://schemas.microsoft.com/office/drawing/2014/main" id="{17FC3C27-EB4E-45BD-8B79-7D716422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860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j+2,1</a:t>
            </a:r>
          </a:p>
        </p:txBody>
      </p:sp>
      <p:sp>
        <p:nvSpPr>
          <p:cNvPr id="41" name="X mapping 2 2">
            <a:extLst xmlns:a="http://schemas.openxmlformats.org/drawingml/2006/main">
              <a:ext uri="{FF2B5EF4-FFF2-40B4-BE49-F238E27FC236}">
                <a16:creationId xmlns:a16="http://schemas.microsoft.com/office/drawing/2014/main" id="{8331FB53-8B94-4D33-BB9F-4F0A90A7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860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j+2,2</a:t>
            </a:r>
          </a:p>
        </p:txBody>
      </p:sp>
      <p:sp>
        <p:nvSpPr>
          <p:cNvPr id="42" name="X mapping 2 3">
            <a:extLst xmlns:a="http://schemas.openxmlformats.org/drawingml/2006/main">
              <a:ext uri="{FF2B5EF4-FFF2-40B4-BE49-F238E27FC236}">
                <a16:creationId xmlns:a16="http://schemas.microsoft.com/office/drawing/2014/main" id="{6FC49DAB-92C1-470F-8219-8A49379A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860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3545DD-0D15-4950-B56F-4CBF6EF0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272415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B7C7D9"/>
                </a:solidFill>
                <a:latin typeface="Aptos"/>
                <a:ea typeface="Aptos"/>
                <a:cs typeface="Aptos"/>
              </a:defRPr>
            </a:pPr>
            <a:r>
              <a:t>row j+3</a:t>
            </a:r>
          </a:p>
        </p:txBody>
      </p:sp>
      <p:sp>
        <p:nvSpPr>
          <p:cNvPr id="44" name="X mapping 3 0">
            <a:extLst xmlns:a="http://schemas.openxmlformats.org/drawingml/2006/main">
              <a:ext uri="{FF2B5EF4-FFF2-40B4-BE49-F238E27FC236}">
                <a16:creationId xmlns:a16="http://schemas.microsoft.com/office/drawing/2014/main" id="{708E090F-43C8-40D2-97A3-98074298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241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j+3,0</a:t>
            </a:r>
          </a:p>
        </p:txBody>
      </p:sp>
      <p:sp>
        <p:nvSpPr>
          <p:cNvPr id="45" name="X mapping 3 1">
            <a:extLst xmlns:a="http://schemas.openxmlformats.org/drawingml/2006/main">
              <a:ext uri="{FF2B5EF4-FFF2-40B4-BE49-F238E27FC236}">
                <a16:creationId xmlns:a16="http://schemas.microsoft.com/office/drawing/2014/main" id="{B42CB344-2013-4BDF-B246-C0D6D2D4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j+3,1</a:t>
            </a:r>
          </a:p>
        </p:txBody>
      </p:sp>
      <p:sp>
        <p:nvSpPr>
          <p:cNvPr id="46" name="X mapping 3 2">
            <a:extLst xmlns:a="http://schemas.openxmlformats.org/drawingml/2006/main">
              <a:ext uri="{FF2B5EF4-FFF2-40B4-BE49-F238E27FC236}">
                <a16:creationId xmlns:a16="http://schemas.microsoft.com/office/drawing/2014/main" id="{83C8A470-D24D-422C-B16D-3289E47F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241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j+3,2</a:t>
            </a:r>
          </a:p>
        </p:txBody>
      </p:sp>
      <p:sp>
        <p:nvSpPr>
          <p:cNvPr id="47" name="X mapping 3 3">
            <a:extLst xmlns:a="http://schemas.openxmlformats.org/drawingml/2006/main">
              <a:ext uri="{FF2B5EF4-FFF2-40B4-BE49-F238E27FC236}">
                <a16:creationId xmlns:a16="http://schemas.microsoft.com/office/drawing/2014/main" id="{297BD199-9061-4E6E-9D9D-656A13A3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241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9AC8B5-9221-48C5-A316-3F7B2AA8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31623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t>⋮</a:t>
            </a:r>
          </a:p>
        </p:txBody>
      </p:sp>
      <p:sp>
        <p:nvSpPr>
          <p:cNvPr id="49" name="X mapping 4 0">
            <a:extLst xmlns:a="http://schemas.openxmlformats.org/drawingml/2006/main">
              <a:ext uri="{FF2B5EF4-FFF2-40B4-BE49-F238E27FC236}">
                <a16:creationId xmlns:a16="http://schemas.microsoft.com/office/drawing/2014/main" id="{63573DCB-C178-49CC-B0F9-4B1015A5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623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⋮</a:t>
            </a:r>
          </a:p>
        </p:txBody>
      </p:sp>
      <p:sp>
        <p:nvSpPr>
          <p:cNvPr id="50" name="X mapping 4 1">
            <a:extLst xmlns:a="http://schemas.openxmlformats.org/drawingml/2006/main">
              <a:ext uri="{FF2B5EF4-FFF2-40B4-BE49-F238E27FC236}">
                <a16:creationId xmlns:a16="http://schemas.microsoft.com/office/drawing/2014/main" id="{8A912580-B71A-4F1B-9026-5FC208DF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⋮</a:t>
            </a:r>
          </a:p>
        </p:txBody>
      </p:sp>
      <p:sp>
        <p:nvSpPr>
          <p:cNvPr id="51" name="X mapping 4 2">
            <a:extLst xmlns:a="http://schemas.openxmlformats.org/drawingml/2006/main">
              <a:ext uri="{FF2B5EF4-FFF2-40B4-BE49-F238E27FC236}">
                <a16:creationId xmlns:a16="http://schemas.microsoft.com/office/drawing/2014/main" id="{902C21F7-90B4-451C-9EE3-2C20D630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623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⋮</a:t>
            </a:r>
          </a:p>
        </p:txBody>
      </p:sp>
      <p:sp>
        <p:nvSpPr>
          <p:cNvPr id="52" name="X mapping 4 3">
            <a:extLst xmlns:a="http://schemas.openxmlformats.org/drawingml/2006/main">
              <a:ext uri="{FF2B5EF4-FFF2-40B4-BE49-F238E27FC236}">
                <a16:creationId xmlns:a16="http://schemas.microsoft.com/office/drawing/2014/main" id="{349A6A92-48CB-4E2C-AB1D-7A2F52E6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623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⋮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AAB686-5867-47F4-B2BE-81D69EA6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360045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i="0">
                <a:latin typeface="Aptos"/>
                <a:ea typeface="Aptos"/>
                <a:cs typeface="Aptos"/>
              </a:rPr>
              <a:t>row n</a:t>
            </a:r>
            <a:r>
              <a:rPr sz="702" i="0" baseline="-25000">
                <a:latin typeface="Aptos"/>
                <a:ea typeface="Aptos"/>
                <a:cs typeface="Aptos"/>
              </a:rPr>
              <a:t>loc</a:t>
            </a:r>
            <a:r>
              <a:rPr sz="975" i="0">
                <a:latin typeface="Aptos"/>
                <a:ea typeface="Aptos"/>
                <a:cs typeface="Aptos"/>
              </a:rPr>
              <a:t>−1</a:t>
            </a:r>
          </a:p>
        </p:txBody>
      </p:sp>
      <p:sp>
        <p:nvSpPr>
          <p:cNvPr id="54" name="X mapping 5 0">
            <a:extLst xmlns:a="http://schemas.openxmlformats.org/drawingml/2006/main">
              <a:ext uri="{FF2B5EF4-FFF2-40B4-BE49-F238E27FC236}">
                <a16:creationId xmlns:a16="http://schemas.microsoft.com/office/drawing/2014/main" id="{1BAFC3D8-2E66-4C9E-8F39-387D7697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004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n</a:t>
            </a:r>
            <a:r>
              <a:rPr sz="525" i="0" baseline="-50000">
                <a:latin typeface="Cambria Math"/>
                <a:ea typeface="Cambria Math"/>
                <a:cs typeface="Cambria Math"/>
              </a:rPr>
              <a:t>loc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−1,0</a:t>
            </a:r>
          </a:p>
        </p:txBody>
      </p:sp>
      <p:sp>
        <p:nvSpPr>
          <p:cNvPr id="55" name="X mapping 5 1">
            <a:extLst xmlns:a="http://schemas.openxmlformats.org/drawingml/2006/main">
              <a:ext uri="{FF2B5EF4-FFF2-40B4-BE49-F238E27FC236}">
                <a16:creationId xmlns:a16="http://schemas.microsoft.com/office/drawing/2014/main" id="{4FFA369B-F79B-41DF-860E-C345D3F4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004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n</a:t>
            </a:r>
            <a:r>
              <a:rPr sz="525" i="0" baseline="-50000">
                <a:latin typeface="Cambria Math"/>
                <a:ea typeface="Cambria Math"/>
                <a:cs typeface="Cambria Math"/>
              </a:rPr>
              <a:t>loc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−1,1</a:t>
            </a:r>
          </a:p>
        </p:txBody>
      </p:sp>
      <p:sp>
        <p:nvSpPr>
          <p:cNvPr id="56" name="X mapping 5 2">
            <a:extLst xmlns:a="http://schemas.openxmlformats.org/drawingml/2006/main">
              <a:ext uri="{FF2B5EF4-FFF2-40B4-BE49-F238E27FC236}">
                <a16:creationId xmlns:a16="http://schemas.microsoft.com/office/drawing/2014/main" id="{11E4AC5D-D12A-40FA-A709-0F34E893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n</a:t>
            </a:r>
            <a:r>
              <a:rPr sz="525" i="0" baseline="-50000">
                <a:latin typeface="Cambria Math"/>
                <a:ea typeface="Cambria Math"/>
                <a:cs typeface="Cambria Math"/>
              </a:rPr>
              <a:t>loc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−1,2</a:t>
            </a:r>
          </a:p>
        </p:txBody>
      </p:sp>
      <p:sp>
        <p:nvSpPr>
          <p:cNvPr id="57" name="X mapping 5 3">
            <a:extLst xmlns:a="http://schemas.openxmlformats.org/drawingml/2006/main">
              <a:ext uri="{FF2B5EF4-FFF2-40B4-BE49-F238E27FC236}">
                <a16:creationId xmlns:a16="http://schemas.microsoft.com/office/drawing/2014/main" id="{84E7D6E0-2DFD-46FA-9A30-EB53F324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004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924B2D-1DEE-4A68-A179-9CB84531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466850"/>
            <a:ext cx="171450" cy="2533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4DCE44B-1F63-4FCB-A40C-190C2124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1400" y="2038350"/>
            <a:ext cx="704850" cy="742950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c varia lungo</a:t>
            </a:r>
          </a:p>
          <a:p xmlns:a="http://schemas.openxmlformats.org/drawingml/2006/main">
            <a:pPr algn="ctr">
              <a:defRPr sz="1050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le colonne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B2FBEAE-7406-4CDE-9B51-94913A8D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124325"/>
            <a:ext cx="5867400" cy="638175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12383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875" i="0">
                <a:latin typeface="Cambria Math"/>
                <a:ea typeface="Cambria Math"/>
                <a:cs typeface="Cambria Math"/>
              </a:rPr>
              <a:t>acc[c] += A</a:t>
            </a:r>
            <a:r>
              <a:rPr sz="1350" i="0" baseline="-25000">
                <a:latin typeface="Cambria Math"/>
                <a:ea typeface="Cambria Math"/>
                <a:cs typeface="Cambria Math"/>
              </a:rPr>
              <a:t>ij</a:t>
            </a:r>
            <a:r>
              <a:rPr sz="1875" i="0">
                <a:latin typeface="Cambria Math"/>
                <a:ea typeface="Cambria Math"/>
                <a:cs typeface="Cambria Math"/>
              </a:rPr>
              <a:t> × X</a:t>
            </a:r>
            <a:r>
              <a:rPr sz="1350" i="0" baseline="-25000">
                <a:latin typeface="Cambria Math"/>
                <a:ea typeface="Cambria Math"/>
                <a:cs typeface="Cambria Math"/>
              </a:rPr>
              <a:t>jc</a:t>
            </a:r>
          </a:p>
        </p:txBody>
      </p:sp>
      <p:sp>
        <p:nvSpPr>
          <p:cNvPr id="61" name="Messaggio conclusivo">
            <a:extLst xmlns:a="http://schemas.openxmlformats.org/drawingml/2006/main">
              <a:ext uri="{FF2B5EF4-FFF2-40B4-BE49-F238E27FC236}">
                <a16:creationId xmlns:a16="http://schemas.microsoft.com/office/drawing/2014/main" id="{F9A55600-F74F-4C62-983B-844FEBDE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" y="5286375"/>
            <a:ext cx="112109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Ogni lane elabora una posizione della riga di A e la riga logica corrispondente di X</a:t>
            </a:r>
          </a:p>
        </p:txBody>
      </p:sp>
    </p:spTree>
    <p:extLst>
      <p:ext uri="{BB962C8B-B14F-4D97-AF65-F5344CB8AC3E}">
        <p14:creationId xmlns:p14="http://schemas.microsoft.com/office/powerpoint/2010/main" val="21139679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itolo">
            <a:extLst xmlns:a="http://schemas.openxmlformats.org/drawingml/2006/main">
              <a:ext uri="{FF2B5EF4-FFF2-40B4-BE49-F238E27FC236}">
                <a16:creationId xmlns:a16="http://schemas.microsoft.com/office/drawing/2014/main" id="{7D3C86BE-2EFD-43D2-9CAC-1A17ADB1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t>CUDA warp kernel: ordine dei cicli</a:t>
            </a:r>
          </a:p>
        </p:txBody>
      </p:sp>
      <p:sp>
        <p:nvSpPr>
          <p:cNvPr id="2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40D4EE0C-4585-42B7-9B6A-141E64D1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0AB5F-CC94-49E9-914E-AF052D4D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64865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7C2EC-AA2E-4810-83FA-E7B0CD04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2A853-76FE-45D5-A990-2ACF9E98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800100"/>
            <a:ext cx="2857500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t>Ciclo esterno sulla posizione j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BB4B0-D63B-415D-B50A-F22BDCC4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" y="1257300"/>
            <a:ext cx="1676400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j += 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9D9A7-A8B9-4837-AC7A-DCE69D8A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1495425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67F15-2972-47EA-B482-523FE970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1285875"/>
            <a:ext cx="157162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33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725" i="0">
                <a:latin typeface="Cambria Math"/>
                <a:ea typeface="Cambria Math"/>
                <a:cs typeface="Cambria Math"/>
              </a:rPr>
              <a:t>A</a:t>
            </a:r>
            <a:r>
              <a:rPr sz="1242" i="0" baseline="-25000">
                <a:latin typeface="Cambria Math"/>
                <a:ea typeface="Cambria Math"/>
                <a:cs typeface="Cambria Math"/>
              </a:rPr>
              <a:t>i,l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B1416-E050-4374-BACA-FC23F525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13716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×</a:t>
            </a:r>
          </a:p>
        </p:txBody>
      </p:sp>
      <p:sp>
        <p:nvSpPr>
          <p:cNvPr id="10" name="Ciclo 0 col 0">
            <a:extLst xmlns:a="http://schemas.openxmlformats.org/drawingml/2006/main">
              <a:ext uri="{FF2B5EF4-FFF2-40B4-BE49-F238E27FC236}">
                <a16:creationId xmlns:a16="http://schemas.microsoft.com/office/drawing/2014/main" id="{613EEDBB-F1DE-4D0F-9043-B847BC07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43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X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j0</a:t>
            </a:r>
          </a:p>
        </p:txBody>
      </p:sp>
      <p:sp>
        <p:nvSpPr>
          <p:cNvPr id="11" name="Ciclo 0 col 1">
            <a:extLst xmlns:a="http://schemas.openxmlformats.org/drawingml/2006/main">
              <a:ext uri="{FF2B5EF4-FFF2-40B4-BE49-F238E27FC236}">
                <a16:creationId xmlns:a16="http://schemas.microsoft.com/office/drawing/2014/main" id="{9F933FC7-717C-48E1-9C62-751EABC2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343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X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j1</a:t>
            </a:r>
          </a:p>
        </p:txBody>
      </p:sp>
      <p:sp>
        <p:nvSpPr>
          <p:cNvPr id="12" name="Ciclo 0 col 2">
            <a:extLst xmlns:a="http://schemas.openxmlformats.org/drawingml/2006/main">
              <a:ext uri="{FF2B5EF4-FFF2-40B4-BE49-F238E27FC236}">
                <a16:creationId xmlns:a16="http://schemas.microsoft.com/office/drawing/2014/main" id="{2CCABA39-9193-428D-96D0-21C9EC06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43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13" name="Ciclo 0 col 3">
            <a:extLst xmlns:a="http://schemas.openxmlformats.org/drawingml/2006/main">
              <a:ext uri="{FF2B5EF4-FFF2-40B4-BE49-F238E27FC236}">
                <a16:creationId xmlns:a16="http://schemas.microsoft.com/office/drawing/2014/main" id="{0BBB658A-1B7A-4901-9FBA-C43C68AD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343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X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j,k−2</a:t>
            </a:r>
          </a:p>
        </p:txBody>
      </p:sp>
      <p:sp>
        <p:nvSpPr>
          <p:cNvPr id="14" name="Ciclo 0 col 4">
            <a:extLst xmlns:a="http://schemas.openxmlformats.org/drawingml/2006/main">
              <a:ext uri="{FF2B5EF4-FFF2-40B4-BE49-F238E27FC236}">
                <a16:creationId xmlns:a16="http://schemas.microsoft.com/office/drawing/2014/main" id="{695FDDC3-0DFA-41B7-9CB6-2EC51936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343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X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j,k−1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6B9FD-CDA6-4DA9-8276-537FB5DE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047750"/>
            <a:ext cx="487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4763">
            <a:solidFill>
              <a:srgbClr val="F2994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7BF95-63BB-414F-B7D6-56C20620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7905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t>ciclo interno su 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335003-261B-4823-A923-7845B8CA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3019425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8E0C9-3240-44D6-A364-9B364F2E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2809875"/>
            <a:ext cx="157162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33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725" i="0">
                <a:latin typeface="Cambria Math"/>
                <a:ea typeface="Cambria Math"/>
                <a:cs typeface="Cambria Math"/>
              </a:rPr>
              <a:t>A</a:t>
            </a:r>
            <a:r>
              <a:rPr sz="1242" i="0" baseline="-25000">
                <a:latin typeface="Cambria Math"/>
                <a:ea typeface="Cambria Math"/>
                <a:cs typeface="Cambria Math"/>
              </a:rPr>
              <a:t>i,l + 32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FE173-B237-414B-AC42-9328B17E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28956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×</a:t>
            </a:r>
          </a:p>
        </p:txBody>
      </p:sp>
      <p:sp>
        <p:nvSpPr>
          <p:cNvPr id="20" name="Ciclo 1 col 0">
            <a:extLst xmlns:a="http://schemas.openxmlformats.org/drawingml/2006/main">
              <a:ext uri="{FF2B5EF4-FFF2-40B4-BE49-F238E27FC236}">
                <a16:creationId xmlns:a16="http://schemas.microsoft.com/office/drawing/2014/main" id="{3213ABE2-0B1F-4322-9DAF-3FC96EB6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67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X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j0</a:t>
            </a:r>
          </a:p>
        </p:txBody>
      </p:sp>
      <p:sp>
        <p:nvSpPr>
          <p:cNvPr id="21" name="Ciclo 1 col 1">
            <a:extLst xmlns:a="http://schemas.openxmlformats.org/drawingml/2006/main">
              <a:ext uri="{FF2B5EF4-FFF2-40B4-BE49-F238E27FC236}">
                <a16:creationId xmlns:a16="http://schemas.microsoft.com/office/drawing/2014/main" id="{42DAAFD7-E70C-4D47-B367-BDE022C6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67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X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j1</a:t>
            </a:r>
          </a:p>
        </p:txBody>
      </p:sp>
      <p:sp>
        <p:nvSpPr>
          <p:cNvPr id="22" name="Ciclo 1 col 2">
            <a:extLst xmlns:a="http://schemas.openxmlformats.org/drawingml/2006/main">
              <a:ext uri="{FF2B5EF4-FFF2-40B4-BE49-F238E27FC236}">
                <a16:creationId xmlns:a16="http://schemas.microsoft.com/office/drawing/2014/main" id="{6A46AE98-D0C8-497C-A393-9D969CD2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67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23" name="Ciclo 1 col 3">
            <a:extLst xmlns:a="http://schemas.openxmlformats.org/drawingml/2006/main">
              <a:ext uri="{FF2B5EF4-FFF2-40B4-BE49-F238E27FC236}">
                <a16:creationId xmlns:a16="http://schemas.microsoft.com/office/drawing/2014/main" id="{24684308-06A6-4D0E-A563-9FFB1E7B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867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X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j,k−2</a:t>
            </a:r>
          </a:p>
        </p:txBody>
      </p:sp>
      <p:sp>
        <p:nvSpPr>
          <p:cNvPr id="24" name="Ciclo 1 col 4">
            <a:extLst xmlns:a="http://schemas.openxmlformats.org/drawingml/2006/main">
              <a:ext uri="{FF2B5EF4-FFF2-40B4-BE49-F238E27FC236}">
                <a16:creationId xmlns:a16="http://schemas.microsoft.com/office/drawing/2014/main" id="{EC2B716A-BFC3-4A83-80B2-2AD86001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67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X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j,k−1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3DC1C2-4E6C-4534-A1ED-0D13EA96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71750"/>
            <a:ext cx="487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4763">
            <a:solidFill>
              <a:srgbClr val="F2994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A388E0-0014-418C-BA88-8A172713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23145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t>ciclo interno su 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3CFF2F-3E77-4D05-89A8-AC4F55A4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4543425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2E9EA4-A5D3-44BC-80A4-15CC295C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4333875"/>
            <a:ext cx="157162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33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725" i="0">
                <a:latin typeface="Cambria Math"/>
                <a:ea typeface="Cambria Math"/>
                <a:cs typeface="Cambria Math"/>
              </a:rPr>
              <a:t>A</a:t>
            </a:r>
            <a:r>
              <a:rPr sz="1242" i="0" baseline="-25000">
                <a:latin typeface="Cambria Math"/>
                <a:ea typeface="Cambria Math"/>
                <a:cs typeface="Cambria Math"/>
              </a:rPr>
              <a:t>i,l + 64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3A7521-0011-44B8-8B4A-0D7144E0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44196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×</a:t>
            </a:r>
          </a:p>
        </p:txBody>
      </p:sp>
      <p:sp>
        <p:nvSpPr>
          <p:cNvPr id="30" name="Ciclo 2 col 0">
            <a:extLst xmlns:a="http://schemas.openxmlformats.org/drawingml/2006/main">
              <a:ext uri="{FF2B5EF4-FFF2-40B4-BE49-F238E27FC236}">
                <a16:creationId xmlns:a16="http://schemas.microsoft.com/office/drawing/2014/main" id="{8CA66DA5-B244-4AE9-80A6-49CD740D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91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X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j0</a:t>
            </a:r>
          </a:p>
        </p:txBody>
      </p:sp>
      <p:sp>
        <p:nvSpPr>
          <p:cNvPr id="31" name="Ciclo 2 col 1">
            <a:extLst xmlns:a="http://schemas.openxmlformats.org/drawingml/2006/main">
              <a:ext uri="{FF2B5EF4-FFF2-40B4-BE49-F238E27FC236}">
                <a16:creationId xmlns:a16="http://schemas.microsoft.com/office/drawing/2014/main" id="{842BF8F7-B428-430D-8F60-673746FC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391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X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j1</a:t>
            </a:r>
          </a:p>
        </p:txBody>
      </p:sp>
      <p:sp>
        <p:nvSpPr>
          <p:cNvPr id="32" name="Ciclo 2 col 2">
            <a:extLst xmlns:a="http://schemas.openxmlformats.org/drawingml/2006/main">
              <a:ext uri="{FF2B5EF4-FFF2-40B4-BE49-F238E27FC236}">
                <a16:creationId xmlns:a16="http://schemas.microsoft.com/office/drawing/2014/main" id="{5C6C98A7-4AA9-4D32-9F29-BE46ADC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91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33" name="Ciclo 2 col 3">
            <a:extLst xmlns:a="http://schemas.openxmlformats.org/drawingml/2006/main">
              <a:ext uri="{FF2B5EF4-FFF2-40B4-BE49-F238E27FC236}">
                <a16:creationId xmlns:a16="http://schemas.microsoft.com/office/drawing/2014/main" id="{FCB75565-12B0-4693-AA8E-4A19171D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391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X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j,k−2</a:t>
            </a:r>
          </a:p>
        </p:txBody>
      </p:sp>
      <p:sp>
        <p:nvSpPr>
          <p:cNvPr id="34" name="Ciclo 2 col 4">
            <a:extLst xmlns:a="http://schemas.openxmlformats.org/drawingml/2006/main">
              <a:ext uri="{FF2B5EF4-FFF2-40B4-BE49-F238E27FC236}">
                <a16:creationId xmlns:a16="http://schemas.microsoft.com/office/drawing/2014/main" id="{C64D51A9-36F4-49B2-B5C0-F0387D31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391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X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j,k−1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A00309-446C-4DC3-BE59-F497B711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95750"/>
            <a:ext cx="487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4763">
            <a:solidFill>
              <a:srgbClr val="F2994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FB77EA-05F3-448B-AA38-C769641E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38385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t>ciclo interno su 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C0283B-C734-4FC6-A351-C2C1577F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62175"/>
            <a:ext cx="1905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974AB4-5B30-4785-870F-D54B0899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86175"/>
            <a:ext cx="1905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216A63-1EBA-4C45-912D-5B699A11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467350"/>
            <a:ext cx="11191875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i="0">
                <a:latin typeface="Aptos"/>
                <a:ea typeface="Aptos"/>
                <a:cs typeface="Aptos"/>
              </a:rPr>
              <a:t>La lane riusa lo stesso A</a:t>
            </a:r>
            <a:r>
              <a:rPr sz="972" i="0" baseline="-25000">
                <a:latin typeface="Aptos"/>
                <a:ea typeface="Aptos"/>
                <a:cs typeface="Aptos"/>
              </a:rPr>
              <a:t>ij</a:t>
            </a:r>
            <a:r>
              <a:rPr sz="1350" i="0">
                <a:latin typeface="Aptos"/>
                <a:ea typeface="Aptos"/>
                <a:cs typeface="Aptos"/>
              </a:rPr>
              <a:t> per aggiornare tutti i k accumulatori prima di passare al proprio j successivo</a:t>
            </a:r>
          </a:p>
        </p:txBody>
      </p:sp>
      <p:sp>
        <p:nvSpPr>
          <p:cNvPr id="40" name="Messaggio conclusivo">
            <a:extLst xmlns:a="http://schemas.openxmlformats.org/drawingml/2006/main">
              <a:ext uri="{FF2B5EF4-FFF2-40B4-BE49-F238E27FC236}">
                <a16:creationId xmlns:a16="http://schemas.microsoft.com/office/drawing/2014/main" id="{B5E00DD9-592F-4F66-A2D2-47D97A87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6038850"/>
            <a:ext cx="9867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Il ciclo su c varia più velocemente; il ciclo su j distribuisce il lavoro fra le lane</a:t>
            </a:r>
          </a:p>
        </p:txBody>
      </p:sp>
    </p:spTree>
    <p:extLst>
      <p:ext uri="{BB962C8B-B14F-4D97-AF65-F5344CB8AC3E}">
        <p14:creationId xmlns:p14="http://schemas.microsoft.com/office/powerpoint/2010/main" val="3138544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itolo">
            <a:extLst xmlns:a="http://schemas.openxmlformats.org/drawingml/2006/main">
              <a:ext uri="{FF2B5EF4-FFF2-40B4-BE49-F238E27FC236}">
                <a16:creationId xmlns:a16="http://schemas.microsoft.com/office/drawing/2014/main" id="{60107507-4DA0-464F-AB46-78B0CCAE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t>CUDA warp kernel: accumulatori privati per lane</a:t>
            </a:r>
          </a:p>
        </p:txBody>
      </p:sp>
      <p:sp>
        <p:nvSpPr>
          <p:cNvPr id="2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A7BA48F7-E6B1-4207-83F2-F553E78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42957-ACC9-4DA8-A62D-F46C5E05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64865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0BFC7-1D0D-4C48-B8A6-A8D3F071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DE644-9589-4F40-BD03-082BB2FA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742950"/>
            <a:ext cx="781050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Ogni lane accumula k somme parziali nei registri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A0199-DB8E-4040-8374-A70402D1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1381125"/>
            <a:ext cx="1381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33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800" i="0">
                <a:latin typeface="Cambria Math"/>
                <a:ea typeface="Cambria Math"/>
                <a:cs typeface="Cambria Math"/>
              </a:rPr>
              <a:t>A</a:t>
            </a:r>
            <a:r>
              <a:rPr sz="1296" i="0" baseline="-25000">
                <a:latin typeface="Cambria Math"/>
                <a:ea typeface="Cambria Math"/>
                <a:cs typeface="Cambria Math"/>
              </a:rPr>
              <a:t>ij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B56BC-D12C-4013-9A6B-849F8D2B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19526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t>riusato k volte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9C3F8-AB54-4A2C-BE1A-20CC5CAD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1390650"/>
            <a:ext cx="47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×</a:t>
            </a:r>
          </a:p>
        </p:txBody>
      </p:sp>
      <p:sp>
        <p:nvSpPr>
          <p:cNvPr id="9" name="Vettore X 0">
            <a:extLst xmlns:a="http://schemas.openxmlformats.org/drawingml/2006/main">
              <a:ext uri="{FF2B5EF4-FFF2-40B4-BE49-F238E27FC236}">
                <a16:creationId xmlns:a16="http://schemas.microsoft.com/office/drawing/2014/main" id="{9ADAEF0E-D011-4A84-937F-61F0163D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71600"/>
            <a:ext cx="1333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i="0">
                <a:latin typeface="Cambria Math"/>
                <a:ea typeface="Cambria Math"/>
                <a:cs typeface="Cambria Math"/>
              </a:rPr>
              <a:t>X</a:t>
            </a:r>
            <a:r>
              <a:rPr sz="864" i="0" baseline="-25000">
                <a:latin typeface="Cambria Math"/>
                <a:ea typeface="Cambria Math"/>
                <a:cs typeface="Cambria Math"/>
              </a:rPr>
              <a:t>j0</a:t>
            </a:r>
          </a:p>
        </p:txBody>
      </p:sp>
      <p:sp>
        <p:nvSpPr>
          <p:cNvPr id="10" name="Vettore X 1">
            <a:extLst xmlns:a="http://schemas.openxmlformats.org/drawingml/2006/main">
              <a:ext uri="{FF2B5EF4-FFF2-40B4-BE49-F238E27FC236}">
                <a16:creationId xmlns:a16="http://schemas.microsoft.com/office/drawing/2014/main" id="{D0CD7C20-2BAC-45D3-9DB5-AC231EAB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71600"/>
            <a:ext cx="1333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i="0">
                <a:latin typeface="Cambria Math"/>
                <a:ea typeface="Cambria Math"/>
                <a:cs typeface="Cambria Math"/>
              </a:rPr>
              <a:t>X</a:t>
            </a:r>
            <a:r>
              <a:rPr sz="864" i="0" baseline="-25000">
                <a:latin typeface="Cambria Math"/>
                <a:ea typeface="Cambria Math"/>
                <a:cs typeface="Cambria Math"/>
              </a:rPr>
              <a:t>j1</a:t>
            </a:r>
          </a:p>
        </p:txBody>
      </p:sp>
      <p:sp>
        <p:nvSpPr>
          <p:cNvPr id="11" name="Vettore X 2">
            <a:extLst xmlns:a="http://schemas.openxmlformats.org/drawingml/2006/main">
              <a:ext uri="{FF2B5EF4-FFF2-40B4-BE49-F238E27FC236}">
                <a16:creationId xmlns:a16="http://schemas.microsoft.com/office/drawing/2014/main" id="{BCB9A087-2837-4A0B-9F27-3B7DFC0C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71600"/>
            <a:ext cx="1333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12" name="Vettore X 3">
            <a:extLst xmlns:a="http://schemas.openxmlformats.org/drawingml/2006/main">
              <a:ext uri="{FF2B5EF4-FFF2-40B4-BE49-F238E27FC236}">
                <a16:creationId xmlns:a16="http://schemas.microsoft.com/office/drawing/2014/main" id="{22427588-D88B-4AFE-A77B-D5F42FAF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71600"/>
            <a:ext cx="1333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i="0">
                <a:latin typeface="Cambria Math"/>
                <a:ea typeface="Cambria Math"/>
                <a:cs typeface="Cambria Math"/>
              </a:rPr>
              <a:t>X</a:t>
            </a:r>
            <a:r>
              <a:rPr sz="864" i="0" baseline="-25000">
                <a:latin typeface="Cambria Math"/>
                <a:ea typeface="Cambria Math"/>
                <a:cs typeface="Cambria Math"/>
              </a:rPr>
              <a:t>j,k−2</a:t>
            </a:r>
          </a:p>
        </p:txBody>
      </p:sp>
      <p:sp>
        <p:nvSpPr>
          <p:cNvPr id="13" name="Vettore X 4">
            <a:extLst xmlns:a="http://schemas.openxmlformats.org/drawingml/2006/main">
              <a:ext uri="{FF2B5EF4-FFF2-40B4-BE49-F238E27FC236}">
                <a16:creationId xmlns:a16="http://schemas.microsoft.com/office/drawing/2014/main" id="{D18D1F9A-445A-4429-B568-CEA350CD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71600"/>
            <a:ext cx="1333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i="0">
                <a:latin typeface="Cambria Math"/>
                <a:ea typeface="Cambria Math"/>
                <a:cs typeface="Cambria Math"/>
              </a:rPr>
              <a:t>X</a:t>
            </a:r>
            <a:r>
              <a:rPr sz="864" i="0" baseline="-25000">
                <a:latin typeface="Cambria Math"/>
                <a:ea typeface="Cambria Math"/>
                <a:cs typeface="Cambria Math"/>
              </a:rPr>
              <a:t>j,k−1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626C3-8E71-4E4C-A0DD-6AAB9728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85975"/>
            <a:ext cx="6572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4763">
            <a:solidFill>
              <a:srgbClr val="F299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56812-69E8-4381-ACCD-C85FCA1F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22764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t>k aggiornamenti FMA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102C2-CFB0-44BE-B015-F01FD064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790825"/>
            <a:ext cx="104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t>lane 0</a:t>
            </a:r>
          </a:p>
        </p:txBody>
      </p:sp>
      <p:sp>
        <p:nvSpPr>
          <p:cNvPr id="17" name="lane 0 acc[0]">
            <a:extLst xmlns:a="http://schemas.openxmlformats.org/drawingml/2006/main">
              <a:ext uri="{FF2B5EF4-FFF2-40B4-BE49-F238E27FC236}">
                <a16:creationId xmlns:a16="http://schemas.microsoft.com/office/drawing/2014/main" id="{CB2DF93B-5617-4991-9333-4E469851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7717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acc[0]</a:t>
            </a:r>
          </a:p>
        </p:txBody>
      </p:sp>
      <p:sp>
        <p:nvSpPr>
          <p:cNvPr id="18" name="lane 0 acc[1]">
            <a:extLst xmlns:a="http://schemas.openxmlformats.org/drawingml/2006/main">
              <a:ext uri="{FF2B5EF4-FFF2-40B4-BE49-F238E27FC236}">
                <a16:creationId xmlns:a16="http://schemas.microsoft.com/office/drawing/2014/main" id="{449C7A41-8AF3-4205-A058-FF08CFE4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717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acc[1]</a:t>
            </a:r>
          </a:p>
        </p:txBody>
      </p:sp>
      <p:sp>
        <p:nvSpPr>
          <p:cNvPr id="19" name="lane 0 …">
            <a:extLst xmlns:a="http://schemas.openxmlformats.org/drawingml/2006/main">
              <a:ext uri="{FF2B5EF4-FFF2-40B4-BE49-F238E27FC236}">
                <a16:creationId xmlns:a16="http://schemas.microsoft.com/office/drawing/2014/main" id="{0BA5E205-0F26-44D1-937A-E515FB05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717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20" name="lane 0 acc[k−1]">
            <a:extLst xmlns:a="http://schemas.openxmlformats.org/drawingml/2006/main">
              <a:ext uri="{FF2B5EF4-FFF2-40B4-BE49-F238E27FC236}">
                <a16:creationId xmlns:a16="http://schemas.microsoft.com/office/drawing/2014/main" id="{A83576C0-1C4C-4D82-90C1-32CF6541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717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acc[k−1]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8CEF45-4BD4-4E42-8C09-71D77C77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48025"/>
            <a:ext cx="104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t>lane 1</a:t>
            </a:r>
          </a:p>
        </p:txBody>
      </p:sp>
      <p:sp>
        <p:nvSpPr>
          <p:cNvPr id="22" name="lane 1 acc[0]">
            <a:extLst xmlns:a="http://schemas.openxmlformats.org/drawingml/2006/main">
              <a:ext uri="{FF2B5EF4-FFF2-40B4-BE49-F238E27FC236}">
                <a16:creationId xmlns:a16="http://schemas.microsoft.com/office/drawing/2014/main" id="{3CC6B107-65A6-4DD6-B5CD-EE8AA2E5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289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acc[0]</a:t>
            </a:r>
          </a:p>
        </p:txBody>
      </p:sp>
      <p:sp>
        <p:nvSpPr>
          <p:cNvPr id="23" name="lane 1 acc[1]">
            <a:extLst xmlns:a="http://schemas.openxmlformats.org/drawingml/2006/main">
              <a:ext uri="{FF2B5EF4-FFF2-40B4-BE49-F238E27FC236}">
                <a16:creationId xmlns:a16="http://schemas.microsoft.com/office/drawing/2014/main" id="{D615F02F-957B-4B2E-AF35-15C774DA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289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acc[1]</a:t>
            </a:r>
          </a:p>
        </p:txBody>
      </p:sp>
      <p:sp>
        <p:nvSpPr>
          <p:cNvPr id="24" name="lane 1 …">
            <a:extLst xmlns:a="http://schemas.openxmlformats.org/drawingml/2006/main">
              <a:ext uri="{FF2B5EF4-FFF2-40B4-BE49-F238E27FC236}">
                <a16:creationId xmlns:a16="http://schemas.microsoft.com/office/drawing/2014/main" id="{6D4D3435-C424-4603-A6A7-C01C178D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289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25" name="lane 1 acc[k−1]">
            <a:extLst xmlns:a="http://schemas.openxmlformats.org/drawingml/2006/main">
              <a:ext uri="{FF2B5EF4-FFF2-40B4-BE49-F238E27FC236}">
                <a16:creationId xmlns:a16="http://schemas.microsoft.com/office/drawing/2014/main" id="{5D66A662-DE4B-4601-84DF-93582148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289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acc[k−1]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CC9483-9372-4BE1-9276-56BAF62D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705225"/>
            <a:ext cx="104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t>lane 2</a:t>
            </a:r>
          </a:p>
        </p:txBody>
      </p:sp>
      <p:sp>
        <p:nvSpPr>
          <p:cNvPr id="27" name="lane 2 acc[0]">
            <a:extLst xmlns:a="http://schemas.openxmlformats.org/drawingml/2006/main">
              <a:ext uri="{FF2B5EF4-FFF2-40B4-BE49-F238E27FC236}">
                <a16:creationId xmlns:a16="http://schemas.microsoft.com/office/drawing/2014/main" id="{8D24BB12-AFA1-45F9-884D-0A7B7C34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861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F2994A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acc[0]</a:t>
            </a:r>
          </a:p>
        </p:txBody>
      </p:sp>
      <p:sp>
        <p:nvSpPr>
          <p:cNvPr id="28" name="lane 2 acc[1]">
            <a:extLst xmlns:a="http://schemas.openxmlformats.org/drawingml/2006/main">
              <a:ext uri="{FF2B5EF4-FFF2-40B4-BE49-F238E27FC236}">
                <a16:creationId xmlns:a16="http://schemas.microsoft.com/office/drawing/2014/main" id="{397D03BF-0AD5-472A-9E76-B6675F5B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861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F2994A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acc[1]</a:t>
            </a:r>
          </a:p>
        </p:txBody>
      </p:sp>
      <p:sp>
        <p:nvSpPr>
          <p:cNvPr id="29" name="lane 2 …">
            <a:extLst xmlns:a="http://schemas.openxmlformats.org/drawingml/2006/main">
              <a:ext uri="{FF2B5EF4-FFF2-40B4-BE49-F238E27FC236}">
                <a16:creationId xmlns:a16="http://schemas.microsoft.com/office/drawing/2014/main" id="{00FA5EAE-68B6-42B4-8DE5-A1DF1273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861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F2994A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30" name="lane 2 acc[k−1]">
            <a:extLst xmlns:a="http://schemas.openxmlformats.org/drawingml/2006/main">
              <a:ext uri="{FF2B5EF4-FFF2-40B4-BE49-F238E27FC236}">
                <a16:creationId xmlns:a16="http://schemas.microsoft.com/office/drawing/2014/main" id="{72BA00C4-5119-4195-9242-E717CC34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861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F2994A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acc[k−1]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0AE2D0-5C75-4048-B70C-ED9A586B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162425"/>
            <a:ext cx="104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EB5757"/>
                </a:solidFill>
                <a:latin typeface="Aptos"/>
                <a:ea typeface="Aptos"/>
                <a:cs typeface="Aptos"/>
              </a:defRPr>
            </a:pPr>
            <a:r>
              <a:t>lane 3</a:t>
            </a:r>
          </a:p>
        </p:txBody>
      </p:sp>
      <p:sp>
        <p:nvSpPr>
          <p:cNvPr id="32" name="lane 3 acc[0]">
            <a:extLst xmlns:a="http://schemas.openxmlformats.org/drawingml/2006/main">
              <a:ext uri="{FF2B5EF4-FFF2-40B4-BE49-F238E27FC236}">
                <a16:creationId xmlns:a16="http://schemas.microsoft.com/office/drawing/2014/main" id="{9B25B914-4FF0-4FA8-B9B7-8218FCEC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1433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EB575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acc[0]</a:t>
            </a:r>
          </a:p>
        </p:txBody>
      </p:sp>
      <p:sp>
        <p:nvSpPr>
          <p:cNvPr id="33" name="lane 3 acc[1]">
            <a:extLst xmlns:a="http://schemas.openxmlformats.org/drawingml/2006/main">
              <a:ext uri="{FF2B5EF4-FFF2-40B4-BE49-F238E27FC236}">
                <a16:creationId xmlns:a16="http://schemas.microsoft.com/office/drawing/2014/main" id="{E2DF47EA-50D5-4696-A30E-1D6A936D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433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EB575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acc[1]</a:t>
            </a:r>
          </a:p>
        </p:txBody>
      </p:sp>
      <p:sp>
        <p:nvSpPr>
          <p:cNvPr id="34" name="lane 3 …">
            <a:extLst xmlns:a="http://schemas.openxmlformats.org/drawingml/2006/main">
              <a:ext uri="{FF2B5EF4-FFF2-40B4-BE49-F238E27FC236}">
                <a16:creationId xmlns:a16="http://schemas.microsoft.com/office/drawing/2014/main" id="{59EA5DC3-4194-4395-AC81-4F7B6BCB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433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EB575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35" name="lane 3 acc[k−1]">
            <a:extLst xmlns:a="http://schemas.openxmlformats.org/drawingml/2006/main">
              <a:ext uri="{FF2B5EF4-FFF2-40B4-BE49-F238E27FC236}">
                <a16:creationId xmlns:a16="http://schemas.microsoft.com/office/drawing/2014/main" id="{A14891F0-E193-4C2E-B9EE-4DC2F97C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433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EB575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acc[k−1]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A59C6E-A5EC-4F57-9ACD-76F507DB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619625"/>
            <a:ext cx="104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t>⋮</a:t>
            </a:r>
          </a:p>
        </p:txBody>
      </p:sp>
      <p:sp>
        <p:nvSpPr>
          <p:cNvPr id="37" name="⋮ acc[0]">
            <a:extLst xmlns:a="http://schemas.openxmlformats.org/drawingml/2006/main">
              <a:ext uri="{FF2B5EF4-FFF2-40B4-BE49-F238E27FC236}">
                <a16:creationId xmlns:a16="http://schemas.microsoft.com/office/drawing/2014/main" id="{4859A4CC-16A2-46CC-B573-549767CD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005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⋮</a:t>
            </a:r>
          </a:p>
        </p:txBody>
      </p:sp>
      <p:sp>
        <p:nvSpPr>
          <p:cNvPr id="38" name="⋮ acc[1]">
            <a:extLst xmlns:a="http://schemas.openxmlformats.org/drawingml/2006/main">
              <a:ext uri="{FF2B5EF4-FFF2-40B4-BE49-F238E27FC236}">
                <a16:creationId xmlns:a16="http://schemas.microsoft.com/office/drawing/2014/main" id="{DEF9AEE4-4CFD-4126-9353-23D0C5D7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6005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⋮</a:t>
            </a:r>
          </a:p>
        </p:txBody>
      </p:sp>
      <p:sp>
        <p:nvSpPr>
          <p:cNvPr id="39" name="⋮ …">
            <a:extLst xmlns:a="http://schemas.openxmlformats.org/drawingml/2006/main">
              <a:ext uri="{FF2B5EF4-FFF2-40B4-BE49-F238E27FC236}">
                <a16:creationId xmlns:a16="http://schemas.microsoft.com/office/drawing/2014/main" id="{4C743A29-D1EE-4F3B-A0E7-C3A3AE5E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005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⋮</a:t>
            </a:r>
          </a:p>
        </p:txBody>
      </p:sp>
      <p:sp>
        <p:nvSpPr>
          <p:cNvPr id="40" name="⋮ acc[k−1]">
            <a:extLst xmlns:a="http://schemas.openxmlformats.org/drawingml/2006/main">
              <a:ext uri="{FF2B5EF4-FFF2-40B4-BE49-F238E27FC236}">
                <a16:creationId xmlns:a16="http://schemas.microsoft.com/office/drawing/2014/main" id="{24C7653B-D367-4AA2-B87A-70A5FA4B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005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9C65B5-8332-4A2D-B54A-C15205EC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076825"/>
            <a:ext cx="104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E63CE"/>
                </a:solidFill>
                <a:latin typeface="Aptos"/>
                <a:ea typeface="Aptos"/>
                <a:cs typeface="Aptos"/>
              </a:defRPr>
            </a:pPr>
            <a:r>
              <a:t>lane 31</a:t>
            </a:r>
          </a:p>
        </p:txBody>
      </p:sp>
      <p:sp>
        <p:nvSpPr>
          <p:cNvPr id="42" name="lane 31 acc[0]">
            <a:extLst xmlns:a="http://schemas.openxmlformats.org/drawingml/2006/main">
              <a:ext uri="{FF2B5EF4-FFF2-40B4-BE49-F238E27FC236}">
                <a16:creationId xmlns:a16="http://schemas.microsoft.com/office/drawing/2014/main" id="{B4387474-62B6-4C7B-A01A-330427A0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577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acc[0]</a:t>
            </a:r>
          </a:p>
        </p:txBody>
      </p:sp>
      <p:sp>
        <p:nvSpPr>
          <p:cNvPr id="43" name="lane 31 acc[1]">
            <a:extLst xmlns:a="http://schemas.openxmlformats.org/drawingml/2006/main">
              <a:ext uri="{FF2B5EF4-FFF2-40B4-BE49-F238E27FC236}">
                <a16:creationId xmlns:a16="http://schemas.microsoft.com/office/drawing/2014/main" id="{4A5EFE02-6144-45AE-B0F7-15419733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0577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acc[1]</a:t>
            </a:r>
          </a:p>
        </p:txBody>
      </p:sp>
      <p:sp>
        <p:nvSpPr>
          <p:cNvPr id="44" name="lane 31 …">
            <a:extLst xmlns:a="http://schemas.openxmlformats.org/drawingml/2006/main">
              <a:ext uri="{FF2B5EF4-FFF2-40B4-BE49-F238E27FC236}">
                <a16:creationId xmlns:a16="http://schemas.microsoft.com/office/drawing/2014/main" id="{7179400C-055E-4AAA-AD1E-1D8C0304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577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45" name="lane 31 acc[k−1]">
            <a:extLst xmlns:a="http://schemas.openxmlformats.org/drawingml/2006/main">
              <a:ext uri="{FF2B5EF4-FFF2-40B4-BE49-F238E27FC236}">
                <a16:creationId xmlns:a16="http://schemas.microsoft.com/office/drawing/2014/main" id="{C73D9C28-CE6C-451B-B498-6AA701C8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577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acc[k−1]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0898DF-495F-4DC8-A753-B6E978B8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5572125"/>
            <a:ext cx="6324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k = 3, 6, 8, 20, 32: acc[K] specializzato a compile-time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8B64A9-44C4-4651-9175-C26452FC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575" y="5572125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t>altri k: tile runtime di 4 colonne</a:t>
            </a:r>
          </a:p>
        </p:txBody>
      </p:sp>
      <p:sp>
        <p:nvSpPr>
          <p:cNvPr id="48" name="Messaggio conclusivo">
            <a:extLst xmlns:a="http://schemas.openxmlformats.org/drawingml/2006/main">
              <a:ext uri="{FF2B5EF4-FFF2-40B4-BE49-F238E27FC236}">
                <a16:creationId xmlns:a16="http://schemas.microsoft.com/office/drawing/2014/main" id="{5DFEDAC6-0976-49A5-945A-F910C9A5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5972175"/>
            <a:ext cx="1004887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Ogni lane costruisce una parte della riga i di Y senza usare shared memory</a:t>
            </a:r>
          </a:p>
        </p:txBody>
      </p:sp>
    </p:spTree>
    <p:extLst>
      <p:ext uri="{BB962C8B-B14F-4D97-AF65-F5344CB8AC3E}">
        <p14:creationId xmlns:p14="http://schemas.microsoft.com/office/powerpoint/2010/main" val="13463865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itolo">
            <a:extLst xmlns:a="http://schemas.openxmlformats.org/drawingml/2006/main">
              <a:ext uri="{FF2B5EF4-FFF2-40B4-BE49-F238E27FC236}">
                <a16:creationId xmlns:a16="http://schemas.microsoft.com/office/drawing/2014/main" id="{8604F916-35EA-4A97-870B-DB4AF153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t>CUDA warp kernel: riduzione del warp e scrittura di Y</a:t>
            </a:r>
          </a:p>
        </p:txBody>
      </p:sp>
      <p:sp>
        <p:nvSpPr>
          <p:cNvPr id="2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3AC1603C-8BCB-410D-801E-087BD820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0412D-B31E-42AA-8293-22976583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64865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C7EEC-DE36-478A-99B2-46A9E5B1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  <p:sp>
        <p:nvSpPr>
          <p:cNvPr id="5" name="Riduzione">
            <a:extLst xmlns:a="http://schemas.openxmlformats.org/drawingml/2006/main">
              <a:ext uri="{FF2B5EF4-FFF2-40B4-BE49-F238E27FC236}">
                <a16:creationId xmlns:a16="http://schemas.microsoft.com/office/drawing/2014/main" id="{29208D75-6D08-4F94-BA69-933B09CA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52475"/>
            <a:ext cx="4810125" cy="4972050"/>
          </a:xfrm>
          <a:prstGeom xmlns:a="http://schemas.openxmlformats.org/drawingml/2006/main" prst="roundRect">
            <a:avLst>
              <a:gd name="adj" fmla="val 1584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1430">
            <a:solidFill>
              <a:srgbClr val="C6DC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0DACA-DC25-4999-8DB3-3F75C983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866775"/>
            <a:ext cx="4619625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Riduzione warp (__shfl_down_sync)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39D93-C646-441E-99AF-9DFC7BD5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1524000"/>
            <a:ext cx="31432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33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32 lane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F004E-FB11-4F88-B10F-5177E787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52625"/>
            <a:ext cx="1714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689FD-A171-4E19-ADC1-3FE9A5E4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2152650"/>
            <a:ext cx="26860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13335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16 lane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A60A0-D17D-4F51-8AF4-9B00586E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81275"/>
            <a:ext cx="1714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97C8D-595A-4B08-A09E-E12374DA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2781300"/>
            <a:ext cx="22288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E9D3"/>
          </a:solidFill>
          <a:ln xmlns:a="http://schemas.openxmlformats.org/drawingml/2006/main" w="13335">
            <a:solidFill>
              <a:srgbClr val="F2994A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8 lane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67C13-4365-4B23-882D-91B86544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09925"/>
            <a:ext cx="1714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11A7A-22FF-4C70-8F22-CBEB0E23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50" y="3409950"/>
            <a:ext cx="17716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1E1"/>
          </a:solidFill>
          <a:ln xmlns:a="http://schemas.openxmlformats.org/drawingml/2006/main" w="13335">
            <a:solidFill>
              <a:srgbClr val="EB575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4 lane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5553-2C67-43D2-9A93-0FB63E70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38575"/>
            <a:ext cx="1714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289221-2D42-43E5-91D0-314FC37C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4038600"/>
            <a:ext cx="13144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DDF8"/>
          </a:solidFill>
          <a:ln xmlns:a="http://schemas.openxmlformats.org/drawingml/2006/main" w="13335">
            <a:solidFill>
              <a:srgbClr val="8E63C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2 lane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04508-8368-4876-98AA-DEAC8EC6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67225"/>
            <a:ext cx="1714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6A473D-045A-4940-8BBF-E5FD8792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667250"/>
            <a:ext cx="8572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13335">
            <a:solidFill>
              <a:srgbClr val="6684A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73841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1 lane (lane 0)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2C25AD-6942-4127-A670-BAF79637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325" y="5229225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E63CE"/>
                </a:solidFill>
                <a:latin typeface="Aptos"/>
                <a:ea typeface="Aptos"/>
                <a:cs typeface="Aptos"/>
              </a:defRPr>
            </a:pPr>
            <a:r>
              <a:t>offset: 16, 8, 4, 2, 1</a:t>
            </a:r>
          </a:p>
        </p:txBody>
      </p:sp>
      <p:sp>
        <p:nvSpPr>
          <p:cNvPr id="19" name="Scrittura output">
            <a:extLst xmlns:a="http://schemas.openxmlformats.org/drawingml/2006/main">
              <a:ext uri="{FF2B5EF4-FFF2-40B4-BE49-F238E27FC236}">
                <a16:creationId xmlns:a16="http://schemas.microsoft.com/office/drawing/2014/main" id="{CEF63A02-BDD1-4A93-B9B7-68F76EF9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752475"/>
            <a:ext cx="6734175" cy="4972050"/>
          </a:xfrm>
          <a:prstGeom xmlns:a="http://schemas.openxmlformats.org/drawingml/2006/main" prst="roundRect">
            <a:avLst>
              <a:gd name="adj" fmla="val 1533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1430">
            <a:solidFill>
              <a:srgbClr val="C6DC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88475B-75D1-4A79-8F00-B34D4250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866775"/>
            <a:ext cx="6543675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0 scrive la riga di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7E0504-B081-47C7-A3CF-F1A1BE8F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14573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Dopo la riduzione, lane 0 possiede gli accumulatori finali</a:t>
            </a:r>
          </a:p>
        </p:txBody>
      </p:sp>
      <p:sp>
        <p:nvSpPr>
          <p:cNvPr id="22" name="Acc finale 0">
            <a:extLst xmlns:a="http://schemas.openxmlformats.org/drawingml/2006/main">
              <a:ext uri="{FF2B5EF4-FFF2-40B4-BE49-F238E27FC236}">
                <a16:creationId xmlns:a16="http://schemas.microsoft.com/office/drawing/2014/main" id="{84FA5AB1-BD9D-475B-A26D-21D330CC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478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acc[0]</a:t>
            </a:r>
          </a:p>
        </p:txBody>
      </p:sp>
      <p:sp>
        <p:nvSpPr>
          <p:cNvPr id="23" name="Acc finale 1">
            <a:extLst xmlns:a="http://schemas.openxmlformats.org/drawingml/2006/main">
              <a:ext uri="{FF2B5EF4-FFF2-40B4-BE49-F238E27FC236}">
                <a16:creationId xmlns:a16="http://schemas.microsoft.com/office/drawing/2014/main" id="{4455A6CE-E0B2-4674-BBB9-A9C94F42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478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acc[1]</a:t>
            </a:r>
          </a:p>
        </p:txBody>
      </p:sp>
      <p:sp>
        <p:nvSpPr>
          <p:cNvPr id="24" name="Acc finale 2">
            <a:extLst xmlns:a="http://schemas.openxmlformats.org/drawingml/2006/main">
              <a:ext uri="{FF2B5EF4-FFF2-40B4-BE49-F238E27FC236}">
                <a16:creationId xmlns:a16="http://schemas.microsoft.com/office/drawing/2014/main" id="{FF386504-1A08-48CA-A30E-F277A29F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478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25" name="Acc finale 3">
            <a:extLst xmlns:a="http://schemas.openxmlformats.org/drawingml/2006/main">
              <a:ext uri="{FF2B5EF4-FFF2-40B4-BE49-F238E27FC236}">
                <a16:creationId xmlns:a16="http://schemas.microsoft.com/office/drawing/2014/main" id="{BD9BB0BC-286B-4E79-8CD3-2AB746D8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478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acc[k−1]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841BF1-CA72-461D-B041-9B649223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38425"/>
            <a:ext cx="1905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09F76B-E627-4008-85B8-4E71A1BA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3248025"/>
            <a:ext cx="309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725" i="0">
                <a:latin typeface="Cambria Math"/>
                <a:ea typeface="Cambria Math"/>
                <a:cs typeface="Cambria Math"/>
              </a:rPr>
              <a:t>Y</a:t>
            </a:r>
            <a:r>
              <a:rPr sz="1242" i="0" baseline="-25000">
                <a:latin typeface="Cambria Math"/>
                <a:ea typeface="Cambria Math"/>
                <a:cs typeface="Cambria Math"/>
              </a:rPr>
              <a:t>ic</a:t>
            </a:r>
            <a:r>
              <a:rPr sz="1725" i="0">
                <a:latin typeface="Cambria Math"/>
                <a:ea typeface="Cambria Math"/>
                <a:cs typeface="Cambria Math"/>
              </a:rPr>
              <a:t> = acc[c]    per ogni c</a:t>
            </a:r>
          </a:p>
        </p:txBody>
      </p:sp>
      <p:sp>
        <p:nvSpPr>
          <p:cNvPr id="28" name="Y finale 0">
            <a:extLst xmlns:a="http://schemas.openxmlformats.org/drawingml/2006/main">
              <a:ext uri="{FF2B5EF4-FFF2-40B4-BE49-F238E27FC236}">
                <a16:creationId xmlns:a16="http://schemas.microsoft.com/office/drawing/2014/main" id="{0A15B462-DF0F-41E1-9342-DB9D1316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05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Y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i0</a:t>
            </a:r>
          </a:p>
        </p:txBody>
      </p:sp>
      <p:sp>
        <p:nvSpPr>
          <p:cNvPr id="29" name="Y finale 1">
            <a:extLst xmlns:a="http://schemas.openxmlformats.org/drawingml/2006/main">
              <a:ext uri="{FF2B5EF4-FFF2-40B4-BE49-F238E27FC236}">
                <a16:creationId xmlns:a16="http://schemas.microsoft.com/office/drawing/2014/main" id="{F4B5A196-13B5-4F02-8F5F-C49D9B5A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5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Y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i1</a:t>
            </a:r>
          </a:p>
        </p:txBody>
      </p:sp>
      <p:sp>
        <p:nvSpPr>
          <p:cNvPr id="30" name="Y finale 2">
            <a:extLst xmlns:a="http://schemas.openxmlformats.org/drawingml/2006/main">
              <a:ext uri="{FF2B5EF4-FFF2-40B4-BE49-F238E27FC236}">
                <a16:creationId xmlns:a16="http://schemas.microsoft.com/office/drawing/2014/main" id="{7B50EBF2-A0F6-481D-ABCE-2CC02143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05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31" name="Y finale 3">
            <a:extLst xmlns:a="http://schemas.openxmlformats.org/drawingml/2006/main">
              <a:ext uri="{FF2B5EF4-FFF2-40B4-BE49-F238E27FC236}">
                <a16:creationId xmlns:a16="http://schemas.microsoft.com/office/drawing/2014/main" id="{33A587DE-B018-47D1-AEE1-904D593D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05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Y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i,k−1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06DE08-8B15-4EB2-B14C-904B0363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6475" y="4638675"/>
            <a:ext cx="5048250" cy="4667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8E63CE"/>
                </a:solidFill>
                <a:latin typeface="Aptos"/>
                <a:ea typeface="Aptos"/>
                <a:cs typeface="Aptos"/>
              </a:defRPr>
            </a:pPr>
            <a:r>
              <a:t>acc[c] += __shfl_down_sync(mask, acc[c], offset)</a:t>
            </a:r>
          </a:p>
        </p:txBody>
      </p:sp>
      <p:sp>
        <p:nvSpPr>
          <p:cNvPr id="33" name="Messaggio conclusivo">
            <a:extLst xmlns:a="http://schemas.openxmlformats.org/drawingml/2006/main">
              <a:ext uri="{FF2B5EF4-FFF2-40B4-BE49-F238E27FC236}">
                <a16:creationId xmlns:a16="http://schemas.microsoft.com/office/drawing/2014/main" id="{009BE0BC-3B18-47BD-9D1F-BAED21E9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5915025"/>
            <a:ext cx="99060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32 lane, riduzione nel warp, lane 0: una riga completa di Y</a:t>
            </a:r>
          </a:p>
        </p:txBody>
      </p:sp>
    </p:spTree>
    <p:extLst>
      <p:ext uri="{BB962C8B-B14F-4D97-AF65-F5344CB8AC3E}">
        <p14:creationId xmlns:p14="http://schemas.microsoft.com/office/powerpoint/2010/main" val="19680799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Titolo">
            <a:extLst xmlns:a="http://schemas.openxmlformats.org/drawingml/2006/main">
              <a:ext uri="{FF2B5EF4-FFF2-40B4-BE49-F238E27FC236}">
                <a16:creationId xmlns:a16="http://schemas.microsoft.com/office/drawing/2014/main" id="{354090D1-8AF9-4689-8636-6B95AF77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t>Perché X in column-major è vantaggiosa</a:t>
            </a:r>
          </a:p>
        </p:txBody>
      </p:sp>
      <p:sp>
        <p:nvSpPr>
          <p:cNvPr id="2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8FA5E64A-476A-40FB-A08E-E3DA3E49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A314A-8BA6-41B2-89D8-2E94D961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64865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4CB51-6B5F-47E8-BF9A-4A7BB525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C79D0-C9FB-4280-A7F6-7F679545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" y="742950"/>
            <a:ext cx="5591175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X row-major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AA455-D3AC-4BE5-87BE-285B2B38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10668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elementi memorizzati riga per riga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214AB-DC91-4913-B6D2-AA658151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742950"/>
            <a:ext cx="5591175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X column-major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43F6E-130A-4063-BD96-C79A8A21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6525" y="10668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elementi memorizzati colonna per colonna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98055-520E-436F-BA2F-2C602DD5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40970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X (row-major)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F006E-52CB-415C-8563-41D5FB58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140970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X (column-major)</a:t>
            </a:r>
          </a:p>
        </p:txBody>
      </p:sp>
      <p:sp>
        <p:nvSpPr>
          <p:cNvPr id="11" name="Row-major 0 0">
            <a:extLst xmlns:a="http://schemas.openxmlformats.org/drawingml/2006/main">
              <a:ext uri="{FF2B5EF4-FFF2-40B4-BE49-F238E27FC236}">
                <a16:creationId xmlns:a16="http://schemas.microsoft.com/office/drawing/2014/main" id="{7F005770-344E-4498-8008-6666D668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00</a:t>
            </a:r>
          </a:p>
        </p:txBody>
      </p:sp>
      <p:sp>
        <p:nvSpPr>
          <p:cNvPr id="12" name="Column-major 0 0">
            <a:extLst xmlns:a="http://schemas.openxmlformats.org/drawingml/2006/main">
              <a:ext uri="{FF2B5EF4-FFF2-40B4-BE49-F238E27FC236}">
                <a16:creationId xmlns:a16="http://schemas.microsoft.com/office/drawing/2014/main" id="{C7E73D40-B003-4CF7-B7A8-6C5401CB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00</a:t>
            </a:r>
          </a:p>
        </p:txBody>
      </p:sp>
      <p:sp>
        <p:nvSpPr>
          <p:cNvPr id="13" name="Row-major 0 1">
            <a:extLst xmlns:a="http://schemas.openxmlformats.org/drawingml/2006/main">
              <a:ext uri="{FF2B5EF4-FFF2-40B4-BE49-F238E27FC236}">
                <a16:creationId xmlns:a16="http://schemas.microsoft.com/office/drawing/2014/main" id="{0B7A9691-E651-46F8-BAF0-9194F861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01</a:t>
            </a:r>
          </a:p>
        </p:txBody>
      </p:sp>
      <p:sp>
        <p:nvSpPr>
          <p:cNvPr id="14" name="Column-major 0 1">
            <a:extLst xmlns:a="http://schemas.openxmlformats.org/drawingml/2006/main">
              <a:ext uri="{FF2B5EF4-FFF2-40B4-BE49-F238E27FC236}">
                <a16:creationId xmlns:a16="http://schemas.microsoft.com/office/drawing/2014/main" id="{CAA7CBFF-6640-4AF1-8454-1B92B3A1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01</a:t>
            </a:r>
          </a:p>
        </p:txBody>
      </p:sp>
      <p:sp>
        <p:nvSpPr>
          <p:cNvPr id="15" name="Row-major 0 2">
            <a:extLst xmlns:a="http://schemas.openxmlformats.org/drawingml/2006/main">
              <a:ext uri="{FF2B5EF4-FFF2-40B4-BE49-F238E27FC236}">
                <a16:creationId xmlns:a16="http://schemas.microsoft.com/office/drawing/2014/main" id="{7F8B59E2-38F8-43DF-A1CB-A1B4E6AB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02</a:t>
            </a:r>
          </a:p>
        </p:txBody>
      </p:sp>
      <p:sp>
        <p:nvSpPr>
          <p:cNvPr id="16" name="Column-major 0 2">
            <a:extLst xmlns:a="http://schemas.openxmlformats.org/drawingml/2006/main">
              <a:ext uri="{FF2B5EF4-FFF2-40B4-BE49-F238E27FC236}">
                <a16:creationId xmlns:a16="http://schemas.microsoft.com/office/drawing/2014/main" id="{DBC7C6C3-319E-48F4-8E47-0EE9F52F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02</a:t>
            </a:r>
          </a:p>
        </p:txBody>
      </p:sp>
      <p:sp>
        <p:nvSpPr>
          <p:cNvPr id="17" name="Row-major 0 3">
            <a:extLst xmlns:a="http://schemas.openxmlformats.org/drawingml/2006/main">
              <a:ext uri="{FF2B5EF4-FFF2-40B4-BE49-F238E27FC236}">
                <a16:creationId xmlns:a16="http://schemas.microsoft.com/office/drawing/2014/main" id="{0A68DCA4-EB74-4A68-9FCC-1E1B2E18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0c</a:t>
            </a:r>
          </a:p>
        </p:txBody>
      </p:sp>
      <p:sp>
        <p:nvSpPr>
          <p:cNvPr id="18" name="Column-major 0 3">
            <a:extLst xmlns:a="http://schemas.openxmlformats.org/drawingml/2006/main">
              <a:ext uri="{FF2B5EF4-FFF2-40B4-BE49-F238E27FC236}">
                <a16:creationId xmlns:a16="http://schemas.microsoft.com/office/drawing/2014/main" id="{C774D2F0-A3D6-4E46-9CEB-73CDE43F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0c</a:t>
            </a:r>
          </a:p>
        </p:txBody>
      </p:sp>
      <p:sp>
        <p:nvSpPr>
          <p:cNvPr id="19" name="Row-major 0 4">
            <a:extLst xmlns:a="http://schemas.openxmlformats.org/drawingml/2006/main">
              <a:ext uri="{FF2B5EF4-FFF2-40B4-BE49-F238E27FC236}">
                <a16:creationId xmlns:a16="http://schemas.microsoft.com/office/drawing/2014/main" id="{FC0A7FBE-69B5-49EA-B0BD-79E143BA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20" name="Column-major 0 4">
            <a:extLst xmlns:a="http://schemas.openxmlformats.org/drawingml/2006/main">
              <a:ext uri="{FF2B5EF4-FFF2-40B4-BE49-F238E27FC236}">
                <a16:creationId xmlns:a16="http://schemas.microsoft.com/office/drawing/2014/main" id="{69EA1DD0-79F8-4AC7-99C4-3CD690BF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21" name="Row-major 1 0">
            <a:extLst xmlns:a="http://schemas.openxmlformats.org/drawingml/2006/main">
              <a:ext uri="{FF2B5EF4-FFF2-40B4-BE49-F238E27FC236}">
                <a16:creationId xmlns:a16="http://schemas.microsoft.com/office/drawing/2014/main" id="{305C46BC-1A03-41CE-8D29-9E83BDB0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10</a:t>
            </a:r>
          </a:p>
        </p:txBody>
      </p:sp>
      <p:sp>
        <p:nvSpPr>
          <p:cNvPr id="22" name="Column-major 1 0">
            <a:extLst xmlns:a="http://schemas.openxmlformats.org/drawingml/2006/main">
              <a:ext uri="{FF2B5EF4-FFF2-40B4-BE49-F238E27FC236}">
                <a16:creationId xmlns:a16="http://schemas.microsoft.com/office/drawing/2014/main" id="{C64BBB25-B82A-4129-A40E-DB6B412D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10</a:t>
            </a:r>
          </a:p>
        </p:txBody>
      </p:sp>
      <p:sp>
        <p:nvSpPr>
          <p:cNvPr id="23" name="Row-major 1 1">
            <a:extLst xmlns:a="http://schemas.openxmlformats.org/drawingml/2006/main">
              <a:ext uri="{FF2B5EF4-FFF2-40B4-BE49-F238E27FC236}">
                <a16:creationId xmlns:a16="http://schemas.microsoft.com/office/drawing/2014/main" id="{BFC9CA47-E2F2-4446-ACA5-E29BDA1C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11</a:t>
            </a:r>
          </a:p>
        </p:txBody>
      </p:sp>
      <p:sp>
        <p:nvSpPr>
          <p:cNvPr id="24" name="Column-major 1 1">
            <a:extLst xmlns:a="http://schemas.openxmlformats.org/drawingml/2006/main">
              <a:ext uri="{FF2B5EF4-FFF2-40B4-BE49-F238E27FC236}">
                <a16:creationId xmlns:a16="http://schemas.microsoft.com/office/drawing/2014/main" id="{A2B75F5F-8C36-4C4A-AFE7-6F082F70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11</a:t>
            </a:r>
          </a:p>
        </p:txBody>
      </p:sp>
      <p:sp>
        <p:nvSpPr>
          <p:cNvPr id="25" name="Row-major 1 2">
            <a:extLst xmlns:a="http://schemas.openxmlformats.org/drawingml/2006/main">
              <a:ext uri="{FF2B5EF4-FFF2-40B4-BE49-F238E27FC236}">
                <a16:creationId xmlns:a16="http://schemas.microsoft.com/office/drawing/2014/main" id="{7ED6A61B-B3D5-4CE1-B950-CB6C061D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12</a:t>
            </a:r>
          </a:p>
        </p:txBody>
      </p:sp>
      <p:sp>
        <p:nvSpPr>
          <p:cNvPr id="26" name="Column-major 1 2">
            <a:extLst xmlns:a="http://schemas.openxmlformats.org/drawingml/2006/main">
              <a:ext uri="{FF2B5EF4-FFF2-40B4-BE49-F238E27FC236}">
                <a16:creationId xmlns:a16="http://schemas.microsoft.com/office/drawing/2014/main" id="{14A58528-0B67-4BDB-AE00-3DA94F2A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12</a:t>
            </a:r>
          </a:p>
        </p:txBody>
      </p:sp>
      <p:sp>
        <p:nvSpPr>
          <p:cNvPr id="27" name="Row-major 1 3">
            <a:extLst xmlns:a="http://schemas.openxmlformats.org/drawingml/2006/main">
              <a:ext uri="{FF2B5EF4-FFF2-40B4-BE49-F238E27FC236}">
                <a16:creationId xmlns:a16="http://schemas.microsoft.com/office/drawing/2014/main" id="{87F2279D-DB9D-4C76-A785-770749B0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1c</a:t>
            </a:r>
          </a:p>
        </p:txBody>
      </p:sp>
      <p:sp>
        <p:nvSpPr>
          <p:cNvPr id="28" name="Column-major 1 3">
            <a:extLst xmlns:a="http://schemas.openxmlformats.org/drawingml/2006/main">
              <a:ext uri="{FF2B5EF4-FFF2-40B4-BE49-F238E27FC236}">
                <a16:creationId xmlns:a16="http://schemas.microsoft.com/office/drawing/2014/main" id="{D4631020-6B84-44DD-8D7B-5EEEEFAB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1c</a:t>
            </a:r>
          </a:p>
        </p:txBody>
      </p:sp>
      <p:sp>
        <p:nvSpPr>
          <p:cNvPr id="29" name="Row-major 1 4">
            <a:extLst xmlns:a="http://schemas.openxmlformats.org/drawingml/2006/main">
              <a:ext uri="{FF2B5EF4-FFF2-40B4-BE49-F238E27FC236}">
                <a16:creationId xmlns:a16="http://schemas.microsoft.com/office/drawing/2014/main" id="{FB4E3DD9-A93A-422A-AE1E-39B05CB4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30" name="Column-major 1 4">
            <a:extLst xmlns:a="http://schemas.openxmlformats.org/drawingml/2006/main">
              <a:ext uri="{FF2B5EF4-FFF2-40B4-BE49-F238E27FC236}">
                <a16:creationId xmlns:a16="http://schemas.microsoft.com/office/drawing/2014/main" id="{6311D392-05FD-408D-B4C3-EB4D0A03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31" name="Row-major 2 0">
            <a:extLst xmlns:a="http://schemas.openxmlformats.org/drawingml/2006/main">
              <a:ext uri="{FF2B5EF4-FFF2-40B4-BE49-F238E27FC236}">
                <a16:creationId xmlns:a16="http://schemas.microsoft.com/office/drawing/2014/main" id="{ADD06C17-77AC-4051-99B6-4E783703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20</a:t>
            </a:r>
          </a:p>
        </p:txBody>
      </p:sp>
      <p:sp>
        <p:nvSpPr>
          <p:cNvPr id="32" name="Column-major 2 0">
            <a:extLst xmlns:a="http://schemas.openxmlformats.org/drawingml/2006/main">
              <a:ext uri="{FF2B5EF4-FFF2-40B4-BE49-F238E27FC236}">
                <a16:creationId xmlns:a16="http://schemas.microsoft.com/office/drawing/2014/main" id="{E9903B03-3C14-4164-B7C9-9310F84F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20</a:t>
            </a:r>
          </a:p>
        </p:txBody>
      </p:sp>
      <p:sp>
        <p:nvSpPr>
          <p:cNvPr id="33" name="Row-major 2 1">
            <a:extLst xmlns:a="http://schemas.openxmlformats.org/drawingml/2006/main">
              <a:ext uri="{FF2B5EF4-FFF2-40B4-BE49-F238E27FC236}">
                <a16:creationId xmlns:a16="http://schemas.microsoft.com/office/drawing/2014/main" id="{D85DB953-25DD-4218-9B8F-1C736D9F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21</a:t>
            </a:r>
          </a:p>
        </p:txBody>
      </p:sp>
      <p:sp>
        <p:nvSpPr>
          <p:cNvPr id="34" name="Column-major 2 1">
            <a:extLst xmlns:a="http://schemas.openxmlformats.org/drawingml/2006/main">
              <a:ext uri="{FF2B5EF4-FFF2-40B4-BE49-F238E27FC236}">
                <a16:creationId xmlns:a16="http://schemas.microsoft.com/office/drawing/2014/main" id="{355A6A5D-7A5A-4800-8974-4B3FD3DB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21</a:t>
            </a:r>
          </a:p>
        </p:txBody>
      </p:sp>
      <p:sp>
        <p:nvSpPr>
          <p:cNvPr id="35" name="Row-major 2 2">
            <a:extLst xmlns:a="http://schemas.openxmlformats.org/drawingml/2006/main">
              <a:ext uri="{FF2B5EF4-FFF2-40B4-BE49-F238E27FC236}">
                <a16:creationId xmlns:a16="http://schemas.microsoft.com/office/drawing/2014/main" id="{AE3147CE-808B-47E4-9D12-1E9E619F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22</a:t>
            </a:r>
          </a:p>
        </p:txBody>
      </p:sp>
      <p:sp>
        <p:nvSpPr>
          <p:cNvPr id="36" name="Column-major 2 2">
            <a:extLst xmlns:a="http://schemas.openxmlformats.org/drawingml/2006/main">
              <a:ext uri="{FF2B5EF4-FFF2-40B4-BE49-F238E27FC236}">
                <a16:creationId xmlns:a16="http://schemas.microsoft.com/office/drawing/2014/main" id="{3E510457-E8B1-4C44-BE22-3C64BA1B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22</a:t>
            </a:r>
          </a:p>
        </p:txBody>
      </p:sp>
      <p:sp>
        <p:nvSpPr>
          <p:cNvPr id="37" name="Row-major 2 3">
            <a:extLst xmlns:a="http://schemas.openxmlformats.org/drawingml/2006/main">
              <a:ext uri="{FF2B5EF4-FFF2-40B4-BE49-F238E27FC236}">
                <a16:creationId xmlns:a16="http://schemas.microsoft.com/office/drawing/2014/main" id="{2618B903-DB08-41EB-9A18-FAF233A7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2c</a:t>
            </a:r>
          </a:p>
        </p:txBody>
      </p:sp>
      <p:sp>
        <p:nvSpPr>
          <p:cNvPr id="38" name="Column-major 2 3">
            <a:extLst xmlns:a="http://schemas.openxmlformats.org/drawingml/2006/main">
              <a:ext uri="{FF2B5EF4-FFF2-40B4-BE49-F238E27FC236}">
                <a16:creationId xmlns:a16="http://schemas.microsoft.com/office/drawing/2014/main" id="{5C2825E6-9550-4BEB-A0AA-38ABD665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2c</a:t>
            </a:r>
          </a:p>
        </p:txBody>
      </p:sp>
      <p:sp>
        <p:nvSpPr>
          <p:cNvPr id="39" name="Row-major 2 4">
            <a:extLst xmlns:a="http://schemas.openxmlformats.org/drawingml/2006/main">
              <a:ext uri="{FF2B5EF4-FFF2-40B4-BE49-F238E27FC236}">
                <a16:creationId xmlns:a16="http://schemas.microsoft.com/office/drawing/2014/main" id="{0D9E59F8-B588-40D4-8529-65B6B6D8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40" name="Column-major 2 4">
            <a:extLst xmlns:a="http://schemas.openxmlformats.org/drawingml/2006/main">
              <a:ext uri="{FF2B5EF4-FFF2-40B4-BE49-F238E27FC236}">
                <a16:creationId xmlns:a16="http://schemas.microsoft.com/office/drawing/2014/main" id="{A76D8144-FA62-4804-8266-3C40E261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41" name="Row-major 3 0">
            <a:extLst xmlns:a="http://schemas.openxmlformats.org/drawingml/2006/main">
              <a:ext uri="{FF2B5EF4-FFF2-40B4-BE49-F238E27FC236}">
                <a16:creationId xmlns:a16="http://schemas.microsoft.com/office/drawing/2014/main" id="{61104577-A883-45D0-96CB-F53D5963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30</a:t>
            </a:r>
          </a:p>
        </p:txBody>
      </p:sp>
      <p:sp>
        <p:nvSpPr>
          <p:cNvPr id="42" name="Column-major 3 0">
            <a:extLst xmlns:a="http://schemas.openxmlformats.org/drawingml/2006/main">
              <a:ext uri="{FF2B5EF4-FFF2-40B4-BE49-F238E27FC236}">
                <a16:creationId xmlns:a16="http://schemas.microsoft.com/office/drawing/2014/main" id="{9A613FA5-02EE-43D7-A727-F24123EE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30</a:t>
            </a:r>
          </a:p>
        </p:txBody>
      </p:sp>
      <p:sp>
        <p:nvSpPr>
          <p:cNvPr id="43" name="Row-major 3 1">
            <a:extLst xmlns:a="http://schemas.openxmlformats.org/drawingml/2006/main">
              <a:ext uri="{FF2B5EF4-FFF2-40B4-BE49-F238E27FC236}">
                <a16:creationId xmlns:a16="http://schemas.microsoft.com/office/drawing/2014/main" id="{0E844540-FC58-483B-93FF-9DBB476C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31</a:t>
            </a:r>
          </a:p>
        </p:txBody>
      </p:sp>
      <p:sp>
        <p:nvSpPr>
          <p:cNvPr id="44" name="Column-major 3 1">
            <a:extLst xmlns:a="http://schemas.openxmlformats.org/drawingml/2006/main">
              <a:ext uri="{FF2B5EF4-FFF2-40B4-BE49-F238E27FC236}">
                <a16:creationId xmlns:a16="http://schemas.microsoft.com/office/drawing/2014/main" id="{5A0ABEAB-4E1B-42B3-89C6-3D026BC8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31</a:t>
            </a:r>
          </a:p>
        </p:txBody>
      </p:sp>
      <p:sp>
        <p:nvSpPr>
          <p:cNvPr id="45" name="Row-major 3 2">
            <a:extLst xmlns:a="http://schemas.openxmlformats.org/drawingml/2006/main">
              <a:ext uri="{FF2B5EF4-FFF2-40B4-BE49-F238E27FC236}">
                <a16:creationId xmlns:a16="http://schemas.microsoft.com/office/drawing/2014/main" id="{7D5F72E7-D609-485E-A0F5-F74E8ED4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32</a:t>
            </a:r>
          </a:p>
        </p:txBody>
      </p:sp>
      <p:sp>
        <p:nvSpPr>
          <p:cNvPr id="46" name="Column-major 3 2">
            <a:extLst xmlns:a="http://schemas.openxmlformats.org/drawingml/2006/main">
              <a:ext uri="{FF2B5EF4-FFF2-40B4-BE49-F238E27FC236}">
                <a16:creationId xmlns:a16="http://schemas.microsoft.com/office/drawing/2014/main" id="{41E15B7B-BA48-4813-9A4A-4C251831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32</a:t>
            </a:r>
          </a:p>
        </p:txBody>
      </p:sp>
      <p:sp>
        <p:nvSpPr>
          <p:cNvPr id="47" name="Row-major 3 3">
            <a:extLst xmlns:a="http://schemas.openxmlformats.org/drawingml/2006/main">
              <a:ext uri="{FF2B5EF4-FFF2-40B4-BE49-F238E27FC236}">
                <a16:creationId xmlns:a16="http://schemas.microsoft.com/office/drawing/2014/main" id="{EBA9359C-9D89-4EE6-8D24-E8533D4F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3c</a:t>
            </a:r>
          </a:p>
        </p:txBody>
      </p:sp>
      <p:sp>
        <p:nvSpPr>
          <p:cNvPr id="48" name="Column-major 3 3">
            <a:extLst xmlns:a="http://schemas.openxmlformats.org/drawingml/2006/main">
              <a:ext uri="{FF2B5EF4-FFF2-40B4-BE49-F238E27FC236}">
                <a16:creationId xmlns:a16="http://schemas.microsoft.com/office/drawing/2014/main" id="{64D44CD4-8983-44C2-8555-1DED763E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3c</a:t>
            </a:r>
          </a:p>
        </p:txBody>
      </p:sp>
      <p:sp>
        <p:nvSpPr>
          <p:cNvPr id="49" name="Row-major 3 4">
            <a:extLst xmlns:a="http://schemas.openxmlformats.org/drawingml/2006/main">
              <a:ext uri="{FF2B5EF4-FFF2-40B4-BE49-F238E27FC236}">
                <a16:creationId xmlns:a16="http://schemas.microsoft.com/office/drawing/2014/main" id="{7F707B25-F069-4593-8DB3-A8A293F0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50" name="Column-major 3 4">
            <a:extLst xmlns:a="http://schemas.openxmlformats.org/drawingml/2006/main">
              <a:ext uri="{FF2B5EF4-FFF2-40B4-BE49-F238E27FC236}">
                <a16:creationId xmlns:a16="http://schemas.microsoft.com/office/drawing/2014/main" id="{AF01A935-31A7-4854-9898-FE0A054E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51" name="Row-major 4 0">
            <a:extLst xmlns:a="http://schemas.openxmlformats.org/drawingml/2006/main">
              <a:ext uri="{FF2B5EF4-FFF2-40B4-BE49-F238E27FC236}">
                <a16:creationId xmlns:a16="http://schemas.microsoft.com/office/drawing/2014/main" id="{E19F283A-0E4E-4A6B-B3DF-FCAE8C52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⋮</a:t>
            </a:r>
          </a:p>
        </p:txBody>
      </p:sp>
      <p:sp>
        <p:nvSpPr>
          <p:cNvPr id="52" name="Column-major 4 0">
            <a:extLst xmlns:a="http://schemas.openxmlformats.org/drawingml/2006/main">
              <a:ext uri="{FF2B5EF4-FFF2-40B4-BE49-F238E27FC236}">
                <a16:creationId xmlns:a16="http://schemas.microsoft.com/office/drawing/2014/main" id="{F1B9BD6B-01A3-48C1-90CC-82C1E690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⋮</a:t>
            </a:r>
          </a:p>
        </p:txBody>
      </p:sp>
      <p:sp>
        <p:nvSpPr>
          <p:cNvPr id="53" name="Row-major 4 1">
            <a:extLst xmlns:a="http://schemas.openxmlformats.org/drawingml/2006/main">
              <a:ext uri="{FF2B5EF4-FFF2-40B4-BE49-F238E27FC236}">
                <a16:creationId xmlns:a16="http://schemas.microsoft.com/office/drawing/2014/main" id="{196E4920-2C54-4EFB-AD5F-F9282306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⋮</a:t>
            </a:r>
          </a:p>
        </p:txBody>
      </p:sp>
      <p:sp>
        <p:nvSpPr>
          <p:cNvPr id="54" name="Column-major 4 1">
            <a:extLst xmlns:a="http://schemas.openxmlformats.org/drawingml/2006/main">
              <a:ext uri="{FF2B5EF4-FFF2-40B4-BE49-F238E27FC236}">
                <a16:creationId xmlns:a16="http://schemas.microsoft.com/office/drawing/2014/main" id="{377C2BAE-49B2-4336-AC34-60802D2C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⋮</a:t>
            </a:r>
          </a:p>
        </p:txBody>
      </p:sp>
      <p:sp>
        <p:nvSpPr>
          <p:cNvPr id="55" name="Row-major 4 2">
            <a:extLst xmlns:a="http://schemas.openxmlformats.org/drawingml/2006/main">
              <a:ext uri="{FF2B5EF4-FFF2-40B4-BE49-F238E27FC236}">
                <a16:creationId xmlns:a16="http://schemas.microsoft.com/office/drawing/2014/main" id="{F0C67CE3-8974-43BA-B5F3-CC596194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⋮</a:t>
            </a:r>
          </a:p>
        </p:txBody>
      </p:sp>
      <p:sp>
        <p:nvSpPr>
          <p:cNvPr id="56" name="Column-major 4 2">
            <a:extLst xmlns:a="http://schemas.openxmlformats.org/drawingml/2006/main">
              <a:ext uri="{FF2B5EF4-FFF2-40B4-BE49-F238E27FC236}">
                <a16:creationId xmlns:a16="http://schemas.microsoft.com/office/drawing/2014/main" id="{C849FE1D-6954-4252-B7A5-A0C4D887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⋮</a:t>
            </a:r>
          </a:p>
        </p:txBody>
      </p:sp>
      <p:sp>
        <p:nvSpPr>
          <p:cNvPr id="57" name="Row-major 4 3">
            <a:extLst xmlns:a="http://schemas.openxmlformats.org/drawingml/2006/main">
              <a:ext uri="{FF2B5EF4-FFF2-40B4-BE49-F238E27FC236}">
                <a16:creationId xmlns:a16="http://schemas.microsoft.com/office/drawing/2014/main" id="{022A05DB-94E2-4BEE-8D0E-A878F08C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⋮</a:t>
            </a:r>
          </a:p>
        </p:txBody>
      </p:sp>
      <p:sp>
        <p:nvSpPr>
          <p:cNvPr id="58" name="Column-major 4 3">
            <a:extLst xmlns:a="http://schemas.openxmlformats.org/drawingml/2006/main">
              <a:ext uri="{FF2B5EF4-FFF2-40B4-BE49-F238E27FC236}">
                <a16:creationId xmlns:a16="http://schemas.microsoft.com/office/drawing/2014/main" id="{E192983B-B537-4C4C-B0B5-F40F3555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⋮</a:t>
            </a:r>
          </a:p>
        </p:txBody>
      </p:sp>
      <p:sp>
        <p:nvSpPr>
          <p:cNvPr id="59" name="Row-major 4 4">
            <a:extLst xmlns:a="http://schemas.openxmlformats.org/drawingml/2006/main">
              <a:ext uri="{FF2B5EF4-FFF2-40B4-BE49-F238E27FC236}">
                <a16:creationId xmlns:a16="http://schemas.microsoft.com/office/drawing/2014/main" id="{10F84C26-8B49-4CDB-8DB6-7AA56327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⋮</a:t>
            </a:r>
          </a:p>
        </p:txBody>
      </p:sp>
      <p:sp>
        <p:nvSpPr>
          <p:cNvPr id="60" name="Column-major 4 4">
            <a:extLst xmlns:a="http://schemas.openxmlformats.org/drawingml/2006/main">
              <a:ext uri="{FF2B5EF4-FFF2-40B4-BE49-F238E27FC236}">
                <a16:creationId xmlns:a16="http://schemas.microsoft.com/office/drawing/2014/main" id="{E27C9DB6-A1BD-4B02-8CC2-71A736E6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⋮</a:t>
            </a:r>
          </a:p>
        </p:txBody>
      </p:sp>
      <p:sp>
        <p:nvSpPr>
          <p:cNvPr id="61" name="Row-major 5 0">
            <a:extLst xmlns:a="http://schemas.openxmlformats.org/drawingml/2006/main">
              <a:ext uri="{FF2B5EF4-FFF2-40B4-BE49-F238E27FC236}">
                <a16:creationId xmlns:a16="http://schemas.microsoft.com/office/drawing/2014/main" id="{BEE58436-11DF-408D-93DF-4A7172DC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j0</a:t>
            </a:r>
          </a:p>
        </p:txBody>
      </p:sp>
      <p:sp>
        <p:nvSpPr>
          <p:cNvPr id="62" name="Column-major 5 0">
            <a:extLst xmlns:a="http://schemas.openxmlformats.org/drawingml/2006/main">
              <a:ext uri="{FF2B5EF4-FFF2-40B4-BE49-F238E27FC236}">
                <a16:creationId xmlns:a16="http://schemas.microsoft.com/office/drawing/2014/main" id="{0693ABD4-69A5-42DE-BF33-8C546792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j0</a:t>
            </a:r>
          </a:p>
        </p:txBody>
      </p:sp>
      <p:sp>
        <p:nvSpPr>
          <p:cNvPr id="63" name="Row-major 5 1">
            <a:extLst xmlns:a="http://schemas.openxmlformats.org/drawingml/2006/main">
              <a:ext uri="{FF2B5EF4-FFF2-40B4-BE49-F238E27FC236}">
                <a16:creationId xmlns:a16="http://schemas.microsoft.com/office/drawing/2014/main" id="{68B57CB0-109B-4835-B5A7-045E7A5E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j1</a:t>
            </a:r>
          </a:p>
        </p:txBody>
      </p:sp>
      <p:sp>
        <p:nvSpPr>
          <p:cNvPr id="64" name="Column-major 5 1">
            <a:extLst xmlns:a="http://schemas.openxmlformats.org/drawingml/2006/main">
              <a:ext uri="{FF2B5EF4-FFF2-40B4-BE49-F238E27FC236}">
                <a16:creationId xmlns:a16="http://schemas.microsoft.com/office/drawing/2014/main" id="{1412C90F-1DE5-4A82-9CEE-727C617A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j1</a:t>
            </a:r>
          </a:p>
        </p:txBody>
      </p:sp>
      <p:sp>
        <p:nvSpPr>
          <p:cNvPr id="65" name="Row-major 5 2">
            <a:extLst xmlns:a="http://schemas.openxmlformats.org/drawingml/2006/main">
              <a:ext uri="{FF2B5EF4-FFF2-40B4-BE49-F238E27FC236}">
                <a16:creationId xmlns:a16="http://schemas.microsoft.com/office/drawing/2014/main" id="{B3057B97-080F-41CE-9829-017A0216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j2</a:t>
            </a:r>
          </a:p>
        </p:txBody>
      </p:sp>
      <p:sp>
        <p:nvSpPr>
          <p:cNvPr id="66" name="Column-major 5 2">
            <a:extLst xmlns:a="http://schemas.openxmlformats.org/drawingml/2006/main">
              <a:ext uri="{FF2B5EF4-FFF2-40B4-BE49-F238E27FC236}">
                <a16:creationId xmlns:a16="http://schemas.microsoft.com/office/drawing/2014/main" id="{7BC83A9C-D373-4FFF-AC4F-8C77DCC0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j2</a:t>
            </a:r>
          </a:p>
        </p:txBody>
      </p:sp>
      <p:sp>
        <p:nvSpPr>
          <p:cNvPr id="67" name="Row-major 5 3">
            <a:extLst xmlns:a="http://schemas.openxmlformats.org/drawingml/2006/main">
              <a:ext uri="{FF2B5EF4-FFF2-40B4-BE49-F238E27FC236}">
                <a16:creationId xmlns:a16="http://schemas.microsoft.com/office/drawing/2014/main" id="{72C5BCE3-9ED3-4BD2-8603-56B21277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jc</a:t>
            </a:r>
          </a:p>
        </p:txBody>
      </p:sp>
      <p:sp>
        <p:nvSpPr>
          <p:cNvPr id="68" name="Column-major 5 3">
            <a:extLst xmlns:a="http://schemas.openxmlformats.org/drawingml/2006/main">
              <a:ext uri="{FF2B5EF4-FFF2-40B4-BE49-F238E27FC236}">
                <a16:creationId xmlns:a16="http://schemas.microsoft.com/office/drawing/2014/main" id="{8B86EAFA-5605-4A98-BDD1-3A8AACB6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X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jc</a:t>
            </a:r>
          </a:p>
        </p:txBody>
      </p:sp>
      <p:sp>
        <p:nvSpPr>
          <p:cNvPr id="69" name="Row-major 5 4">
            <a:extLst xmlns:a="http://schemas.openxmlformats.org/drawingml/2006/main">
              <a:ext uri="{FF2B5EF4-FFF2-40B4-BE49-F238E27FC236}">
                <a16:creationId xmlns:a16="http://schemas.microsoft.com/office/drawing/2014/main" id="{84388DEC-28BD-4366-B951-706A994A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70" name="Column-major 5 4">
            <a:extLst xmlns:a="http://schemas.openxmlformats.org/drawingml/2006/main">
              <a:ext uri="{FF2B5EF4-FFF2-40B4-BE49-F238E27FC236}">
                <a16:creationId xmlns:a16="http://schemas.microsoft.com/office/drawing/2014/main" id="{53C21597-DDEF-4B11-836B-C3FFE1B4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B1DD570-602A-442A-BFDB-5DB1DAAE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179070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2383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632A33C-8AA8-46EC-92F8-EDD0A9F3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6690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6EB71EC-BDBD-468D-91E4-33DAA3CA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177165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&amp;X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j+0,c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1753B5B-B827-415F-889D-623BD017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179070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2383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9D3A367-2188-4387-B5E3-5E72652F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86690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87C2E05-7C1E-4524-9BB8-75AFEE18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75" y="177165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&amp;X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j+0,c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365D1CB-ED40-42C0-851E-E8F23848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219075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1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4AC2293-D552-4950-A60E-98EF7648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6695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4763">
            <a:solidFill>
              <a:srgbClr val="27AE60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9B8297F-9AF1-4168-95FC-D7FCCEF3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217170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&amp;X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j+1,c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D75B3A4-BE10-466F-960A-F9ACC38D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219075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A48D39D-3398-4012-B6A7-D00E6B74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26695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4763">
            <a:solidFill>
              <a:srgbClr val="27AE60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0C507D9-4268-482D-AC45-A5098B28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75" y="217170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&amp;X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j+1,c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4049332-15AB-4A07-9494-99106919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259080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E9D3"/>
          </a:solidFill>
          <a:ln xmlns:a="http://schemas.openxmlformats.org/drawingml/2006/main" w="12383">
            <a:solidFill>
              <a:srgbClr val="F2994A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FE5F82C-4915-45B9-83E8-7F12FF6A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6700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4763">
            <a:solidFill>
              <a:srgbClr val="F2994A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1237C61-C033-448E-B428-A47B42AD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257175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&amp;X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j+2,c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31F0F43-0EFA-431C-8D7F-22ECBFF9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259080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E9D3"/>
          </a:solidFill>
          <a:ln xmlns:a="http://schemas.openxmlformats.org/drawingml/2006/main" w="12383">
            <a:solidFill>
              <a:srgbClr val="F2994A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CB5E7FF-94BB-427B-849E-49F0B931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66700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4763">
            <a:solidFill>
              <a:srgbClr val="F2994A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83562FE-5ECA-4350-AC9B-A5748851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75" y="257175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&amp;X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j+2,c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C3A38BB-CC22-4FAC-A33D-8958012D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299085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DE1E1"/>
          </a:solidFill>
          <a:ln xmlns:a="http://schemas.openxmlformats.org/drawingml/2006/main" w="12383">
            <a:solidFill>
              <a:srgbClr val="EB575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217AFFC-1C42-4AE6-8CB7-B63DD2A6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6705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4763">
            <a:solidFill>
              <a:srgbClr val="EB5757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C012BAE-7AFC-4411-8020-6A3AAC96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297180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&amp;X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j+3,c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C516F64-2557-4285-9FF2-737C5D21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299085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DE1E1"/>
          </a:solidFill>
          <a:ln xmlns:a="http://schemas.openxmlformats.org/drawingml/2006/main" w="12383">
            <a:solidFill>
              <a:srgbClr val="EB575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3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80EF268-9932-4CA9-A92D-B64F39D4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06705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4763">
            <a:solidFill>
              <a:srgbClr val="EB5757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898A89C-6117-4326-8676-D3D7673A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75" y="297180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&amp;X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j+3,c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1EB59B9-BFBB-486D-BB03-7B43D61E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339090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9DDF8"/>
          </a:solidFill>
          <a:ln xmlns:a="http://schemas.openxmlformats.org/drawingml/2006/main" w="12383">
            <a:solidFill>
              <a:srgbClr val="8E63C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4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AAE1069-3C61-4575-92A2-B8B4E1D0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6710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63CE"/>
          </a:solidFill>
          <a:ln xmlns:a="http://schemas.openxmlformats.org/drawingml/2006/main" w="4763">
            <a:solidFill>
              <a:srgbClr val="8E63CE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EF5CA8C-84FD-487D-80AA-DE4CF2A4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337185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&amp;X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j+4,c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66C8620-4B54-446C-8240-5225227E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339090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9DDF8"/>
          </a:solidFill>
          <a:ln xmlns:a="http://schemas.openxmlformats.org/drawingml/2006/main" w="12383">
            <a:solidFill>
              <a:srgbClr val="8E63C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4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1A20D0C-C75B-4BA7-9E34-0F6895E9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46710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63CE"/>
          </a:solidFill>
          <a:ln xmlns:a="http://schemas.openxmlformats.org/drawingml/2006/main" w="4763">
            <a:solidFill>
              <a:srgbClr val="8E63CE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5441F34-AE3C-43E2-9866-BCBDC7A5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75" y="337185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&amp;X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j+4,c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E3DC34D-1861-4565-837A-8915B718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379095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2383">
            <a:solidFill>
              <a:srgbClr val="7EA6D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5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28367BE-5532-4FAC-B77E-68C18CA2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6715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4763">
            <a:solidFill>
              <a:srgbClr val="7EA6D8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A76F8D9-671E-4667-9734-B25B313E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377190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&amp;X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j+5,c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8C8B4A3-CFC1-420F-9B63-6B94EA31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379095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2383">
            <a:solidFill>
              <a:srgbClr val="7EA6D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5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D711E37-26B2-45D6-92CA-03776628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86715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4763">
            <a:solidFill>
              <a:srgbClr val="7EA6D8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D41D300-DD21-4E36-8C0C-B27FA182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75" y="377190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&amp;X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j+5,c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B377CBB-9496-4226-9713-5ADDFA97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3529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EB5757"/>
                </a:solidFill>
                <a:latin typeface="Cambria Math"/>
                <a:ea typeface="Cambria Math"/>
                <a:cs typeface="Cambria Math"/>
              </a:defRPr>
            </a:pPr>
            <a:r>
              <a:rPr sz="1200" i="0">
                <a:latin typeface="Cambria Math"/>
                <a:ea typeface="Cambria Math"/>
                <a:cs typeface="Cambria Math"/>
              </a:rPr>
              <a:t>X</a:t>
            </a:r>
            <a:r>
              <a:rPr sz="864" i="0" baseline="-25000">
                <a:latin typeface="Cambria Math"/>
                <a:ea typeface="Cambria Math"/>
                <a:cs typeface="Cambria Math"/>
              </a:rPr>
              <a:t>loc</a:t>
            </a:r>
            <a:r>
              <a:rPr sz="1200" i="0">
                <a:latin typeface="Cambria Math"/>
                <a:ea typeface="Cambria Math"/>
                <a:cs typeface="Cambria Math"/>
              </a:rPr>
              <a:t>[j · ldx + c]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CC93274-71A3-4670-9280-FBBB63E8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43529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7AE60"/>
                </a:solidFill>
                <a:latin typeface="Cambria Math"/>
                <a:ea typeface="Cambria Math"/>
                <a:cs typeface="Cambria Math"/>
              </a:defRPr>
            </a:pPr>
            <a:r>
              <a:rPr sz="1200" i="0">
                <a:latin typeface="Cambria Math"/>
                <a:ea typeface="Cambria Math"/>
                <a:cs typeface="Cambria Math"/>
              </a:rPr>
              <a:t>X</a:t>
            </a:r>
            <a:r>
              <a:rPr sz="864" i="0" baseline="-25000">
                <a:latin typeface="Cambria Math"/>
                <a:ea typeface="Cambria Math"/>
                <a:cs typeface="Cambria Math"/>
              </a:rPr>
              <a:t>loc</a:t>
            </a:r>
            <a:r>
              <a:rPr sz="1200" i="0">
                <a:latin typeface="Cambria Math"/>
                <a:ea typeface="Cambria Math"/>
                <a:cs typeface="Cambria Math"/>
              </a:rPr>
              <a:t>[c · n</a:t>
            </a:r>
            <a:r>
              <a:rPr sz="864" i="0" baseline="-25000">
                <a:latin typeface="Cambria Math"/>
                <a:ea typeface="Cambria Math"/>
                <a:cs typeface="Cambria Math"/>
              </a:rPr>
              <a:t>loc</a:t>
            </a:r>
            <a:r>
              <a:rPr sz="1200" i="0">
                <a:latin typeface="Cambria Math"/>
                <a:ea typeface="Cambria Math"/>
                <a:cs typeface="Cambria Math"/>
              </a:rPr>
              <a:t> + j]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F3378CE-4224-49D3-A8FA-B6B57BFE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68630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B5757"/>
                </a:solidFill>
                <a:latin typeface="Aptos"/>
                <a:ea typeface="Aptos"/>
                <a:cs typeface="Aptos"/>
              </a:defRPr>
            </a:pPr>
            <a:r>
              <a:t>indirizzi separati da ldx scalari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DB0FE23-0441-416B-95B6-EB527C4D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468630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t>indirizzi consecutivi in memoria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2D3CF0F-1E9E-4AF7-9849-D75DDE20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105400"/>
            <a:ext cx="4600575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DE1E1"/>
          </a:solidFill>
          <a:ln xmlns:a="http://schemas.openxmlformats.org/drawingml/2006/main" w="13335">
            <a:solidFill>
              <a:srgbClr val="EB575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B52323"/>
                </a:solidFill>
                <a:latin typeface="Aptos"/>
                <a:ea typeface="Aptos"/>
                <a:cs typeface="Aptos"/>
              </a:defRPr>
            </a:pPr>
            <a:r>
              <a:t>Accesso poco favorevole al coalescing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89DC840-0961-40E9-858C-4A648B01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5105400"/>
            <a:ext cx="4600575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13335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97535"/>
                </a:solidFill>
                <a:latin typeface="Aptos"/>
                <a:ea typeface="Aptos"/>
                <a:cs typeface="Aptos"/>
              </a:defRPr>
            </a:pPr>
            <a:r>
              <a:t>Accesso contiguo e coalescente</a:t>
            </a:r>
          </a:p>
        </p:txBody>
      </p:sp>
      <p:sp>
        <p:nvSpPr>
          <p:cNvPr id="113" name="Messaggio conclusivo">
            <a:extLst xmlns:a="http://schemas.openxmlformats.org/drawingml/2006/main">
              <a:ext uri="{FF2B5EF4-FFF2-40B4-BE49-F238E27FC236}">
                <a16:creationId xmlns:a16="http://schemas.microsoft.com/office/drawing/2014/main" id="{FDEFE03D-1246-401B-9A6B-2CD13441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5819775"/>
            <a:ext cx="11334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Stessa matematica, layout diverso: con c fissato, X column-major rende contigui gli accessi delle lane</a:t>
            </a:r>
          </a:p>
        </p:txBody>
      </p:sp>
    </p:spTree>
    <p:extLst>
      <p:ext uri="{BB962C8B-B14F-4D97-AF65-F5344CB8AC3E}">
        <p14:creationId xmlns:p14="http://schemas.microsoft.com/office/powerpoint/2010/main" val="913046310"/>
      </p:ext>
    </p:extLst>
  </p:cSld>
</p:sld>
</file>

<file path=ppt/theme/theme1.xml><?xml version="1.0" encoding="utf-8"?>
<a:theme xmlns:a="http://schemas.openxmlformats.org/drawingml/2006/main" name="ChatGPT">
  <a:themeElements>
    <a:clrScheme name="CUDA reference style">
      <a:dk1>
        <a:srgbClr val="000000"/>
      </a:dk1>
      <a:lt1>
        <a:srgbClr val="FFFFFF"/>
      </a:lt1>
      <a:dk2>
        <a:srgbClr val="0C2D6B"/>
      </a:dk2>
      <a:lt2>
        <a:srgbClr val="F7FAFD"/>
      </a:lt2>
      <a:accent1>
        <a:srgbClr val="2F80ED"/>
      </a:accent1>
      <a:accent2>
        <a:srgbClr val="27AE60"/>
      </a:accent2>
      <a:accent3>
        <a:srgbClr val="F2994A"/>
      </a:accent3>
      <a:accent4>
        <a:srgbClr val="EB5757"/>
      </a:accent4>
      <a:accent5>
        <a:srgbClr val="8E63CE"/>
      </a:accent5>
      <a:accent6>
        <a:srgbClr val="F2B705"/>
      </a:accent6>
      <a:hlink>
        <a:srgbClr val="2F80ED"/>
      </a:hlink>
      <a:folHlink>
        <a:srgbClr val="8E63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UDA reference styl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2026-09-16T00:02:07.0990000Z</dcterms:created>
  <dcterms:modified xsi:type="dcterms:W3CDTF">2026-09-16T00:02:07.0990000Z</dcterms:modified>
</coreProperties>
</file>